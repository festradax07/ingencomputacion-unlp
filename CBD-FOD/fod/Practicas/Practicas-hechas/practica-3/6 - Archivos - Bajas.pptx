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14"/>
  </p:notes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3588" cy="6858000"/>
  <p:notesSz cx="6858000" cy="9144000"/>
  <p:embeddedFontLst>
    <p:embeddedFont>
      <p:font typeface="Century Gothic" panose="020B050202020202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2880">
          <p15:clr>
            <a:srgbClr val="000000"/>
          </p15:clr>
        </p15:guide>
        <p15:guide id="2" pos="2160">
          <p15:clr>
            <a:srgbClr val="000000"/>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iLyaMUXCN6pzQLGWXcAw7uOnUby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270" y="60"/>
      </p:cViewPr>
      <p:guideLst>
        <p:guide orient="horz" pos="2160"/>
        <p:guide pos="2880"/>
      </p:guideLst>
    </p:cSldViewPr>
  </p:slideViewPr>
  <p:notesTextViewPr>
    <p:cViewPr>
      <p:scale>
        <a:sx n="3" d="2"/>
        <a:sy n="3" d="2"/>
      </p:scale>
      <p:origin x="-6" y="-18"/>
    </p:cViewPr>
  </p:notesTextViewPr>
  <p:notesViewPr>
    <p:cSldViewPr snapToGrid="0">
      <p:cViewPr varScale="1">
        <p:scale>
          <a:sx n="100" d="100"/>
          <a:sy n="100" d="100"/>
        </p:scale>
        <p:origin x="0" y="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4.fntdata"/><Relationship Id="rId26"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3.fntdata"/><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font" Target="fonts/font1.fntdata"/><Relationship Id="rId23"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3" name="Google Shape;3;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 name="Google Shape;4;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 name="Google Shape;5;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 name="Google Shape;6;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 name="Google Shape;7;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 name="Google Shape;8;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 name="Google Shape;9;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 name="Google Shape;10;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 name="Google Shape;11;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 name="Google Shape;12;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 name="Google Shape;13;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 name="Google Shape;14;n"/>
          <p:cNvSpPr/>
          <p:nvPr/>
        </p:nvSpPr>
        <p:spPr>
          <a:xfrm>
            <a:off x="0" y="0"/>
            <a:ext cx="6858000" cy="9144000"/>
          </a:xfrm>
          <a:prstGeom prst="roundRect">
            <a:avLst>
              <a:gd name="adj" fmla="val 23"/>
            </a:avLst>
          </a:prstGeom>
          <a:solidFill>
            <a:srgbClr val="FFFFFF"/>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 name="Google Shape;15;n"/>
          <p:cNvSpPr>
            <a:spLocks noGrp="1" noRot="1" noChangeAspect="1"/>
          </p:cNvSpPr>
          <p:nvPr>
            <p:ph type="sldImg" idx="2"/>
          </p:nvPr>
        </p:nvSpPr>
        <p:spPr>
          <a:xfrm>
            <a:off x="1106488" y="812800"/>
            <a:ext cx="5324475" cy="3987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 name="Google Shape;16;n"/>
          <p:cNvSpPr txBox="1">
            <a:spLocks noGrp="1"/>
          </p:cNvSpPr>
          <p:nvPr>
            <p:ph type="body" idx="1"/>
          </p:nvPr>
        </p:nvSpPr>
        <p:spPr>
          <a:xfrm>
            <a:off x="755650" y="5078413"/>
            <a:ext cx="6027738" cy="4791075"/>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rgbClr val="000000"/>
                </a:solidFill>
                <a:latin typeface="Times New Roman"/>
                <a:ea typeface="Times New Roman"/>
                <a:cs typeface="Times New Roman"/>
                <a:sym typeface="Times New Roman"/>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17" name="Google Shape;17;n"/>
          <p:cNvSpPr txBox="1"/>
          <p:nvPr/>
        </p:nvSpPr>
        <p:spPr>
          <a:xfrm>
            <a:off x="0" y="0"/>
            <a:ext cx="3268663" cy="522288"/>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8" name="Google Shape;18;n"/>
          <p:cNvSpPr txBox="1"/>
          <p:nvPr/>
        </p:nvSpPr>
        <p:spPr>
          <a:xfrm>
            <a:off x="4278313" y="0"/>
            <a:ext cx="3268662" cy="522288"/>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9" name="Google Shape;19;n"/>
          <p:cNvSpPr txBox="1"/>
          <p:nvPr/>
        </p:nvSpPr>
        <p:spPr>
          <a:xfrm>
            <a:off x="0" y="10156825"/>
            <a:ext cx="3268663" cy="522288"/>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0" name="Google Shape;20;n"/>
          <p:cNvSpPr txBox="1">
            <a:spLocks noGrp="1"/>
          </p:cNvSpPr>
          <p:nvPr>
            <p:ph type="sldNum" idx="12"/>
          </p:nvPr>
        </p:nvSpPr>
        <p:spPr>
          <a:xfrm>
            <a:off x="4278313" y="10156825"/>
            <a:ext cx="3260725" cy="51435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‹Nº›</a:t>
            </a:fld>
            <a:endParaRPr sz="1400" b="0" i="0" u="none" strike="noStrike" cap="none">
              <a:solidFill>
                <a:srgbClr val="000000"/>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notes"/>
          <p:cNvSpPr txBox="1">
            <a:spLocks noGrp="1"/>
          </p:cNvSpPr>
          <p:nvPr>
            <p:ph type="sldNum" idx="12"/>
          </p:nvPr>
        </p:nvSpPr>
        <p:spPr>
          <a:xfrm>
            <a:off x="4278313" y="10156825"/>
            <a:ext cx="3260725" cy="5143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s-AR"/>
              <a:t>1</a:t>
            </a:fld>
            <a:endParaRPr/>
          </a:p>
        </p:txBody>
      </p:sp>
      <p:sp>
        <p:nvSpPr>
          <p:cNvPr id="229" name="Google Shape;229;p1:notes"/>
          <p:cNvSpPr txBox="1"/>
          <p:nvPr/>
        </p:nvSpPr>
        <p:spPr>
          <a:xfrm>
            <a:off x="4278313" y="10156825"/>
            <a:ext cx="3268662" cy="522288"/>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a:t>
            </a:fld>
            <a:endParaRPr sz="1400" b="0" i="0" u="none" strike="noStrike" cap="none">
              <a:solidFill>
                <a:srgbClr val="000000"/>
              </a:solidFill>
              <a:latin typeface="Times New Roman"/>
              <a:ea typeface="Times New Roman"/>
              <a:cs typeface="Times New Roman"/>
              <a:sym typeface="Times New Roman"/>
            </a:endParaRPr>
          </a:p>
        </p:txBody>
      </p:sp>
      <p:sp>
        <p:nvSpPr>
          <p:cNvPr id="230" name="Google Shape;23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31" name="Google Shape;231;p1:notes"/>
          <p:cNvSpPr txBox="1"/>
          <p:nvPr/>
        </p:nvSpPr>
        <p:spPr>
          <a:xfrm>
            <a:off x="685800" y="4400550"/>
            <a:ext cx="5486400" cy="360045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2" name="Google Shape;232;p1:notes"/>
          <p:cNvSpPr txBox="1"/>
          <p:nvPr/>
        </p:nvSpPr>
        <p:spPr>
          <a:xfrm>
            <a:off x="3884613" y="8685213"/>
            <a:ext cx="2971800" cy="458787"/>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alibri"/>
                <a:ea typeface="Calibri"/>
                <a:cs typeface="Calibri"/>
                <a:sym typeface="Calibri"/>
              </a:rPr>
              <a:t>1</a:t>
            </a:fld>
            <a:endParaRPr sz="1800" b="0" i="0" u="none" strike="noStrike" cap="none">
              <a:solidFill>
                <a:srgbClr val="000000"/>
              </a:solidFill>
              <a:latin typeface="Calibri"/>
              <a:ea typeface="Calibri"/>
              <a:cs typeface="Calibri"/>
              <a:sym typeface="Calibri"/>
            </a:endParaRPr>
          </a:p>
        </p:txBody>
      </p:sp>
      <p:sp>
        <p:nvSpPr>
          <p:cNvPr id="233" name="Google Shape;233;p1:notes"/>
          <p:cNvSpPr txBox="1">
            <a:spLocks noGrp="1"/>
          </p:cNvSpPr>
          <p:nvPr>
            <p:ph type="body" idx="1"/>
          </p:nvPr>
        </p:nvSpPr>
        <p:spPr>
          <a:xfrm>
            <a:off x="755650" y="5078413"/>
            <a:ext cx="6027738" cy="479107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2:notes"/>
          <p:cNvSpPr txBox="1">
            <a:spLocks noGrp="1"/>
          </p:cNvSpPr>
          <p:nvPr>
            <p:ph type="sldNum" idx="12"/>
          </p:nvPr>
        </p:nvSpPr>
        <p:spPr>
          <a:xfrm>
            <a:off x="4278313" y="10156825"/>
            <a:ext cx="3260725" cy="5143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s-AR"/>
              <a:t>2</a:t>
            </a:fld>
            <a:endParaRPr/>
          </a:p>
        </p:txBody>
      </p:sp>
      <p:sp>
        <p:nvSpPr>
          <p:cNvPr id="240" name="Google Shape;240;p2:notes"/>
          <p:cNvSpPr txBox="1"/>
          <p:nvPr/>
        </p:nvSpPr>
        <p:spPr>
          <a:xfrm>
            <a:off x="4278313" y="10156825"/>
            <a:ext cx="3268662" cy="522288"/>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2</a:t>
            </a:fld>
            <a:endParaRPr sz="1400" b="0" i="0" u="none" strike="noStrike" cap="none">
              <a:solidFill>
                <a:srgbClr val="000000"/>
              </a:solidFill>
              <a:latin typeface="Times New Roman"/>
              <a:ea typeface="Times New Roman"/>
              <a:cs typeface="Times New Roman"/>
              <a:sym typeface="Times New Roman"/>
            </a:endParaRPr>
          </a:p>
        </p:txBody>
      </p:sp>
      <p:sp>
        <p:nvSpPr>
          <p:cNvPr id="241" name="Google Shape;24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42" name="Google Shape;242;p2:notes"/>
          <p:cNvSpPr txBox="1"/>
          <p:nvPr/>
        </p:nvSpPr>
        <p:spPr>
          <a:xfrm>
            <a:off x="685800" y="4400550"/>
            <a:ext cx="5486400" cy="360045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43" name="Google Shape;243;p2:notes"/>
          <p:cNvSpPr txBox="1"/>
          <p:nvPr/>
        </p:nvSpPr>
        <p:spPr>
          <a:xfrm>
            <a:off x="3884613" y="8685213"/>
            <a:ext cx="2971800" cy="458787"/>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alibri"/>
                <a:ea typeface="Calibri"/>
                <a:cs typeface="Calibri"/>
                <a:sym typeface="Calibri"/>
              </a:rPr>
              <a:t>2</a:t>
            </a:fld>
            <a:endParaRPr sz="1800" b="0" i="0" u="none" strike="noStrike" cap="none">
              <a:solidFill>
                <a:srgbClr val="000000"/>
              </a:solidFill>
              <a:latin typeface="Calibri"/>
              <a:ea typeface="Calibri"/>
              <a:cs typeface="Calibri"/>
              <a:sym typeface="Calibri"/>
            </a:endParaRPr>
          </a:p>
        </p:txBody>
      </p:sp>
      <p:sp>
        <p:nvSpPr>
          <p:cNvPr id="244" name="Google Shape;244;p2:notes"/>
          <p:cNvSpPr txBox="1">
            <a:spLocks noGrp="1"/>
          </p:cNvSpPr>
          <p:nvPr>
            <p:ph type="body" idx="1"/>
          </p:nvPr>
        </p:nvSpPr>
        <p:spPr>
          <a:xfrm>
            <a:off x="755650" y="5078413"/>
            <a:ext cx="6027738" cy="479107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3:notes"/>
          <p:cNvSpPr txBox="1">
            <a:spLocks noGrp="1"/>
          </p:cNvSpPr>
          <p:nvPr>
            <p:ph type="sldNum" idx="12"/>
          </p:nvPr>
        </p:nvSpPr>
        <p:spPr>
          <a:xfrm>
            <a:off x="4278313" y="10156825"/>
            <a:ext cx="3260725" cy="5143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s-AR"/>
              <a:t>3</a:t>
            </a:fld>
            <a:endParaRPr/>
          </a:p>
        </p:txBody>
      </p:sp>
      <p:sp>
        <p:nvSpPr>
          <p:cNvPr id="251" name="Google Shape;251;p3:notes"/>
          <p:cNvSpPr txBox="1"/>
          <p:nvPr/>
        </p:nvSpPr>
        <p:spPr>
          <a:xfrm>
            <a:off x="4278313" y="10156825"/>
            <a:ext cx="3268662" cy="522288"/>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3</a:t>
            </a:fld>
            <a:endParaRPr sz="1400" b="0" i="0" u="none" strike="noStrike" cap="none">
              <a:solidFill>
                <a:srgbClr val="000000"/>
              </a:solidFill>
              <a:latin typeface="Times New Roman"/>
              <a:ea typeface="Times New Roman"/>
              <a:cs typeface="Times New Roman"/>
              <a:sym typeface="Times New Roman"/>
            </a:endParaRPr>
          </a:p>
        </p:txBody>
      </p:sp>
      <p:sp>
        <p:nvSpPr>
          <p:cNvPr id="252" name="Google Shape;252;p3:notes"/>
          <p:cNvSpPr txBox="1">
            <a:spLocks noGrp="1"/>
          </p:cNvSpPr>
          <p:nvPr>
            <p:ph type="body" idx="1"/>
          </p:nvPr>
        </p:nvSpPr>
        <p:spPr>
          <a:xfrm>
            <a:off x="755650" y="5078413"/>
            <a:ext cx="6027738" cy="4791075"/>
          </a:xfrm>
          <a:prstGeom prst="rect">
            <a:avLst/>
          </a:prstGeom>
          <a:noFill/>
          <a:ln>
            <a:noFill/>
          </a:ln>
        </p:spPr>
        <p:txBody>
          <a:bodyPr spcFirstLastPara="1" wrap="square" lIns="0" tIns="0" rIns="0" bIns="0" anchor="t" anchorCtr="0">
            <a:noAutofit/>
          </a:bodyPr>
          <a:lstStyle/>
          <a:p>
            <a:pPr marL="0" lvl="0" indent="0" algn="l" rtl="0">
              <a:lnSpc>
                <a:spcPct val="115000"/>
              </a:lnSpc>
              <a:spcBef>
                <a:spcPts val="400"/>
              </a:spcBef>
              <a:spcAft>
                <a:spcPts val="0"/>
              </a:spcAft>
              <a:buClr>
                <a:schemeClr val="dk1"/>
              </a:buClr>
              <a:buSzPts val="1100"/>
              <a:buFont typeface="Arial"/>
              <a:buNone/>
            </a:pPr>
            <a:r>
              <a:rPr lang="es-AR" sz="1100">
                <a:solidFill>
                  <a:schemeClr val="dk1"/>
                </a:solidFill>
                <a:latin typeface="Arial"/>
                <a:ea typeface="Arial"/>
                <a:cs typeface="Arial"/>
                <a:sym typeface="Arial"/>
              </a:rPr>
              <a:t>Existen dos tipos de bajas:</a:t>
            </a:r>
            <a:endParaRPr sz="1100">
              <a:solidFill>
                <a:schemeClr val="dk1"/>
              </a:solidFill>
              <a:latin typeface="Arial"/>
              <a:ea typeface="Arial"/>
              <a:cs typeface="Arial"/>
              <a:sym typeface="Arial"/>
            </a:endParaRPr>
          </a:p>
          <a:p>
            <a:pPr marL="0" lvl="0" indent="0" algn="l" rtl="0">
              <a:lnSpc>
                <a:spcPct val="115000"/>
              </a:lnSpc>
              <a:spcBef>
                <a:spcPts val="400"/>
              </a:spcBef>
              <a:spcAft>
                <a:spcPts val="0"/>
              </a:spcAft>
              <a:buClr>
                <a:schemeClr val="dk1"/>
              </a:buClr>
              <a:buSzPts val="1100"/>
              <a:buFont typeface="Arial"/>
              <a:buNone/>
            </a:pPr>
            <a:r>
              <a:rPr lang="es-AR" sz="1100">
                <a:solidFill>
                  <a:schemeClr val="dk1"/>
                </a:solidFill>
                <a:latin typeface="Arial"/>
                <a:ea typeface="Arial"/>
                <a:cs typeface="Arial"/>
                <a:sym typeface="Arial"/>
              </a:rPr>
              <a:t>-</a:t>
            </a:r>
            <a:r>
              <a:rPr lang="es-AR" sz="1100" b="1">
                <a:solidFill>
                  <a:schemeClr val="dk1"/>
                </a:solidFill>
                <a:latin typeface="Arial"/>
                <a:ea typeface="Arial"/>
                <a:cs typeface="Arial"/>
                <a:sym typeface="Arial"/>
              </a:rPr>
              <a:t>Baja física. </a:t>
            </a:r>
            <a:r>
              <a:rPr lang="es-AR" sz="1100">
                <a:solidFill>
                  <a:schemeClr val="dk1"/>
                </a:solidFill>
                <a:latin typeface="Arial"/>
                <a:ea typeface="Arial"/>
                <a:cs typeface="Arial"/>
                <a:sym typeface="Arial"/>
              </a:rPr>
              <a:t>Consiste en eliminar efectivamente la información del archivo, recuperando el espacio físico de los registros borrados. Consideremos, por ejemplo, que tenemos un archivo formado por 10 números enteros. Después de efectuar la baja de dos números que forman parte del archivo, el mismo queda con un total de 8 elementos.</a:t>
            </a:r>
            <a:endParaRPr sz="1100">
              <a:solidFill>
                <a:schemeClr val="dk1"/>
              </a:solidFill>
              <a:latin typeface="Arial"/>
              <a:ea typeface="Arial"/>
              <a:cs typeface="Arial"/>
              <a:sym typeface="Arial"/>
            </a:endParaRPr>
          </a:p>
          <a:p>
            <a:pPr marL="0" lvl="0" indent="0" algn="l" rtl="0">
              <a:lnSpc>
                <a:spcPct val="115000"/>
              </a:lnSpc>
              <a:spcBef>
                <a:spcPts val="400"/>
              </a:spcBef>
              <a:spcAft>
                <a:spcPts val="0"/>
              </a:spcAft>
              <a:buClr>
                <a:schemeClr val="dk1"/>
              </a:buClr>
              <a:buSzPts val="1100"/>
              <a:buFont typeface="Arial"/>
              <a:buNone/>
            </a:pPr>
            <a:r>
              <a:rPr lang="es-AR" sz="1100">
                <a:solidFill>
                  <a:schemeClr val="dk1"/>
                </a:solidFill>
                <a:latin typeface="Arial"/>
                <a:ea typeface="Arial"/>
                <a:cs typeface="Arial"/>
                <a:sym typeface="Arial"/>
              </a:rPr>
              <a:t>-</a:t>
            </a:r>
            <a:r>
              <a:rPr lang="es-AR" sz="1100" b="1">
                <a:solidFill>
                  <a:schemeClr val="dk1"/>
                </a:solidFill>
                <a:latin typeface="Arial"/>
                <a:ea typeface="Arial"/>
                <a:cs typeface="Arial"/>
                <a:sym typeface="Arial"/>
              </a:rPr>
              <a:t>Baja lógica. </a:t>
            </a:r>
            <a:r>
              <a:rPr lang="es-AR" sz="1100">
                <a:solidFill>
                  <a:schemeClr val="dk1"/>
                </a:solidFill>
                <a:latin typeface="Arial"/>
                <a:ea typeface="Arial"/>
                <a:cs typeface="Arial"/>
                <a:sym typeface="Arial"/>
              </a:rPr>
              <a:t>Consiste en marcar cierta información del archivo como borrada mediante el uso de una marca especial de borrado, pero no se recupera el espacio físico del o de los registro/s borrados.</a:t>
            </a:r>
            <a:endParaRPr sz="1100">
              <a:solidFill>
                <a:schemeClr val="dk1"/>
              </a:solidFill>
              <a:latin typeface="Arial"/>
              <a:ea typeface="Arial"/>
              <a:cs typeface="Arial"/>
              <a:sym typeface="Arial"/>
            </a:endParaRPr>
          </a:p>
          <a:p>
            <a:pPr marL="0" lvl="0" indent="0" algn="l" rtl="0">
              <a:lnSpc>
                <a:spcPct val="100000"/>
              </a:lnSpc>
              <a:spcBef>
                <a:spcPts val="360"/>
              </a:spcBef>
              <a:spcAft>
                <a:spcPts val="0"/>
              </a:spcAft>
              <a:buSzPts val="1400"/>
              <a:buNone/>
            </a:pPr>
            <a:endParaRPr/>
          </a:p>
        </p:txBody>
      </p:sp>
      <p:sp>
        <p:nvSpPr>
          <p:cNvPr id="253" name="Google Shape;253;p3:notes"/>
          <p:cNvSpPr>
            <a:spLocks noGrp="1" noRot="1" noChangeAspect="1"/>
          </p:cNvSpPr>
          <p:nvPr>
            <p:ph type="sldImg" idx="2"/>
          </p:nvPr>
        </p:nvSpPr>
        <p:spPr>
          <a:xfrm>
            <a:off x="1106488" y="812800"/>
            <a:ext cx="5324475" cy="3987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4:notes"/>
          <p:cNvSpPr txBox="1">
            <a:spLocks noGrp="1"/>
          </p:cNvSpPr>
          <p:nvPr>
            <p:ph type="sldNum" idx="12"/>
          </p:nvPr>
        </p:nvSpPr>
        <p:spPr>
          <a:xfrm>
            <a:off x="4278313" y="10156825"/>
            <a:ext cx="3260725" cy="5143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s-AR"/>
              <a:t>4</a:t>
            </a:fld>
            <a:endParaRPr/>
          </a:p>
        </p:txBody>
      </p:sp>
      <p:sp>
        <p:nvSpPr>
          <p:cNvPr id="261" name="Google Shape;261;p4:notes"/>
          <p:cNvSpPr txBox="1"/>
          <p:nvPr/>
        </p:nvSpPr>
        <p:spPr>
          <a:xfrm>
            <a:off x="4278313" y="10156825"/>
            <a:ext cx="3268662" cy="522288"/>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4</a:t>
            </a:fld>
            <a:endParaRPr sz="1400" b="0" i="0" u="none" strike="noStrike" cap="none">
              <a:solidFill>
                <a:srgbClr val="000000"/>
              </a:solidFill>
              <a:latin typeface="Times New Roman"/>
              <a:ea typeface="Times New Roman"/>
              <a:cs typeface="Times New Roman"/>
              <a:sym typeface="Times New Roman"/>
            </a:endParaRPr>
          </a:p>
        </p:txBody>
      </p:sp>
      <p:sp>
        <p:nvSpPr>
          <p:cNvPr id="262" name="Google Shape;262;p4:notes"/>
          <p:cNvSpPr txBox="1">
            <a:spLocks noGrp="1"/>
          </p:cNvSpPr>
          <p:nvPr>
            <p:ph type="body" idx="1"/>
          </p:nvPr>
        </p:nvSpPr>
        <p:spPr>
          <a:xfrm>
            <a:off x="755650" y="5078413"/>
            <a:ext cx="6027738" cy="479107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263" name="Google Shape;263;p4:notes"/>
          <p:cNvSpPr>
            <a:spLocks noGrp="1" noRot="1" noChangeAspect="1"/>
          </p:cNvSpPr>
          <p:nvPr>
            <p:ph type="sldImg" idx="2"/>
          </p:nvPr>
        </p:nvSpPr>
        <p:spPr>
          <a:xfrm>
            <a:off x="1106488" y="812800"/>
            <a:ext cx="5324475" cy="3987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p5:notes"/>
          <p:cNvSpPr txBox="1">
            <a:spLocks noGrp="1"/>
          </p:cNvSpPr>
          <p:nvPr>
            <p:ph type="sldNum" idx="12"/>
          </p:nvPr>
        </p:nvSpPr>
        <p:spPr>
          <a:xfrm>
            <a:off x="4278313" y="10156825"/>
            <a:ext cx="3260725" cy="5143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s-AR"/>
              <a:t>5</a:t>
            </a:fld>
            <a:endParaRPr/>
          </a:p>
        </p:txBody>
      </p:sp>
      <p:sp>
        <p:nvSpPr>
          <p:cNvPr id="271" name="Google Shape;271;p5:notes"/>
          <p:cNvSpPr txBox="1"/>
          <p:nvPr/>
        </p:nvSpPr>
        <p:spPr>
          <a:xfrm>
            <a:off x="4278313" y="10156825"/>
            <a:ext cx="3268662" cy="522288"/>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5</a:t>
            </a:fld>
            <a:endParaRPr sz="1400" b="0" i="0" u="none" strike="noStrike" cap="none">
              <a:solidFill>
                <a:srgbClr val="000000"/>
              </a:solidFill>
              <a:latin typeface="Times New Roman"/>
              <a:ea typeface="Times New Roman"/>
              <a:cs typeface="Times New Roman"/>
              <a:sym typeface="Times New Roman"/>
            </a:endParaRPr>
          </a:p>
        </p:txBody>
      </p:sp>
      <p:sp>
        <p:nvSpPr>
          <p:cNvPr id="272" name="Google Shape;272;p5:notes"/>
          <p:cNvSpPr txBox="1">
            <a:spLocks noGrp="1"/>
          </p:cNvSpPr>
          <p:nvPr>
            <p:ph type="body" idx="1"/>
          </p:nvPr>
        </p:nvSpPr>
        <p:spPr>
          <a:xfrm>
            <a:off x="755650" y="5078413"/>
            <a:ext cx="6027738" cy="479107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273" name="Google Shape;273;p5:notes"/>
          <p:cNvSpPr>
            <a:spLocks noGrp="1" noRot="1" noChangeAspect="1"/>
          </p:cNvSpPr>
          <p:nvPr>
            <p:ph type="sldImg" idx="2"/>
          </p:nvPr>
        </p:nvSpPr>
        <p:spPr>
          <a:xfrm>
            <a:off x="1106488" y="812800"/>
            <a:ext cx="5324475" cy="3987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6:notes"/>
          <p:cNvSpPr txBox="1">
            <a:spLocks noGrp="1"/>
          </p:cNvSpPr>
          <p:nvPr>
            <p:ph type="sldNum" idx="12"/>
          </p:nvPr>
        </p:nvSpPr>
        <p:spPr>
          <a:xfrm>
            <a:off x="4278313" y="10156825"/>
            <a:ext cx="3260725" cy="5143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s-AR"/>
              <a:t>6</a:t>
            </a:fld>
            <a:endParaRPr/>
          </a:p>
        </p:txBody>
      </p:sp>
      <p:sp>
        <p:nvSpPr>
          <p:cNvPr id="283" name="Google Shape;283;p6:notes"/>
          <p:cNvSpPr txBox="1"/>
          <p:nvPr/>
        </p:nvSpPr>
        <p:spPr>
          <a:xfrm>
            <a:off x="4278313" y="10156825"/>
            <a:ext cx="3268662" cy="522288"/>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6</a:t>
            </a:fld>
            <a:endParaRPr sz="1400" b="0" i="0" u="none" strike="noStrike" cap="none">
              <a:solidFill>
                <a:srgbClr val="000000"/>
              </a:solidFill>
              <a:latin typeface="Times New Roman"/>
              <a:ea typeface="Times New Roman"/>
              <a:cs typeface="Times New Roman"/>
              <a:sym typeface="Times New Roman"/>
            </a:endParaRPr>
          </a:p>
        </p:txBody>
      </p:sp>
      <p:sp>
        <p:nvSpPr>
          <p:cNvPr id="284" name="Google Shape;284;p6:notes"/>
          <p:cNvSpPr txBox="1">
            <a:spLocks noGrp="1"/>
          </p:cNvSpPr>
          <p:nvPr>
            <p:ph type="body" idx="1"/>
          </p:nvPr>
        </p:nvSpPr>
        <p:spPr>
          <a:xfrm>
            <a:off x="755650" y="5078413"/>
            <a:ext cx="6027738" cy="479107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285" name="Google Shape;285;p6:notes"/>
          <p:cNvSpPr>
            <a:spLocks noGrp="1" noRot="1" noChangeAspect="1"/>
          </p:cNvSpPr>
          <p:nvPr>
            <p:ph type="sldImg" idx="2"/>
          </p:nvPr>
        </p:nvSpPr>
        <p:spPr>
          <a:xfrm>
            <a:off x="1106488" y="812800"/>
            <a:ext cx="5324475" cy="3987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7:notes"/>
          <p:cNvSpPr txBox="1">
            <a:spLocks noGrp="1"/>
          </p:cNvSpPr>
          <p:nvPr>
            <p:ph type="sldNum" idx="12"/>
          </p:nvPr>
        </p:nvSpPr>
        <p:spPr>
          <a:xfrm>
            <a:off x="4278313" y="10156825"/>
            <a:ext cx="3260725" cy="5143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s-AR"/>
              <a:t>7</a:t>
            </a:fld>
            <a:endParaRPr/>
          </a:p>
        </p:txBody>
      </p:sp>
      <p:sp>
        <p:nvSpPr>
          <p:cNvPr id="293" name="Google Shape;293;p7:notes"/>
          <p:cNvSpPr txBox="1"/>
          <p:nvPr/>
        </p:nvSpPr>
        <p:spPr>
          <a:xfrm>
            <a:off x="4278313" y="10156825"/>
            <a:ext cx="3268662" cy="522288"/>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7</a:t>
            </a:fld>
            <a:endParaRPr sz="1400" b="0" i="0" u="none" strike="noStrike" cap="none">
              <a:solidFill>
                <a:srgbClr val="000000"/>
              </a:solidFill>
              <a:latin typeface="Times New Roman"/>
              <a:ea typeface="Times New Roman"/>
              <a:cs typeface="Times New Roman"/>
              <a:sym typeface="Times New Roman"/>
            </a:endParaRPr>
          </a:p>
        </p:txBody>
      </p:sp>
      <p:sp>
        <p:nvSpPr>
          <p:cNvPr id="294" name="Google Shape;294;p7:notes"/>
          <p:cNvSpPr txBox="1">
            <a:spLocks noGrp="1"/>
          </p:cNvSpPr>
          <p:nvPr>
            <p:ph type="body" idx="1"/>
          </p:nvPr>
        </p:nvSpPr>
        <p:spPr>
          <a:xfrm>
            <a:off x="755650" y="5078413"/>
            <a:ext cx="6027738" cy="479107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295" name="Google Shape;295;p7:notes"/>
          <p:cNvSpPr>
            <a:spLocks noGrp="1" noRot="1" noChangeAspect="1"/>
          </p:cNvSpPr>
          <p:nvPr>
            <p:ph type="sldImg" idx="2"/>
          </p:nvPr>
        </p:nvSpPr>
        <p:spPr>
          <a:xfrm>
            <a:off x="1106488" y="812800"/>
            <a:ext cx="5324475" cy="3987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8:notes"/>
          <p:cNvSpPr txBox="1">
            <a:spLocks noGrp="1"/>
          </p:cNvSpPr>
          <p:nvPr>
            <p:ph type="sldNum" idx="12"/>
          </p:nvPr>
        </p:nvSpPr>
        <p:spPr>
          <a:xfrm>
            <a:off x="4278313" y="10156825"/>
            <a:ext cx="3260725" cy="5143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s-AR"/>
              <a:t>8</a:t>
            </a:fld>
            <a:endParaRPr/>
          </a:p>
        </p:txBody>
      </p:sp>
      <p:sp>
        <p:nvSpPr>
          <p:cNvPr id="302" name="Google Shape;302;p8:notes"/>
          <p:cNvSpPr txBox="1"/>
          <p:nvPr/>
        </p:nvSpPr>
        <p:spPr>
          <a:xfrm>
            <a:off x="4278313" y="10156825"/>
            <a:ext cx="3268662" cy="522288"/>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8</a:t>
            </a:fld>
            <a:endParaRPr sz="1400" b="0" i="0" u="none" strike="noStrike" cap="none">
              <a:solidFill>
                <a:srgbClr val="000000"/>
              </a:solidFill>
              <a:latin typeface="Times New Roman"/>
              <a:ea typeface="Times New Roman"/>
              <a:cs typeface="Times New Roman"/>
              <a:sym typeface="Times New Roman"/>
            </a:endParaRPr>
          </a:p>
        </p:txBody>
      </p:sp>
      <p:sp>
        <p:nvSpPr>
          <p:cNvPr id="303" name="Google Shape;303;p8:notes"/>
          <p:cNvSpPr txBox="1">
            <a:spLocks noGrp="1"/>
          </p:cNvSpPr>
          <p:nvPr>
            <p:ph type="body" idx="1"/>
          </p:nvPr>
        </p:nvSpPr>
        <p:spPr>
          <a:xfrm>
            <a:off x="755650" y="5078413"/>
            <a:ext cx="6027738" cy="479107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04" name="Google Shape;304;p8:notes"/>
          <p:cNvSpPr>
            <a:spLocks noGrp="1" noRot="1" noChangeAspect="1"/>
          </p:cNvSpPr>
          <p:nvPr>
            <p:ph type="sldImg" idx="2"/>
          </p:nvPr>
        </p:nvSpPr>
        <p:spPr>
          <a:xfrm>
            <a:off x="1106488" y="812800"/>
            <a:ext cx="5324475" cy="3987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9:notes"/>
          <p:cNvSpPr txBox="1">
            <a:spLocks noGrp="1"/>
          </p:cNvSpPr>
          <p:nvPr>
            <p:ph type="sldNum" idx="12"/>
          </p:nvPr>
        </p:nvSpPr>
        <p:spPr>
          <a:xfrm>
            <a:off x="4278313" y="10156825"/>
            <a:ext cx="3260725" cy="5143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s-AR"/>
              <a:t>9</a:t>
            </a:fld>
            <a:endParaRPr/>
          </a:p>
        </p:txBody>
      </p:sp>
      <p:sp>
        <p:nvSpPr>
          <p:cNvPr id="312" name="Google Shape;312;p9:notes"/>
          <p:cNvSpPr txBox="1"/>
          <p:nvPr/>
        </p:nvSpPr>
        <p:spPr>
          <a:xfrm>
            <a:off x="4278313" y="10156825"/>
            <a:ext cx="3268662" cy="522288"/>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9</a:t>
            </a:fld>
            <a:endParaRPr sz="1400" b="0" i="0" u="none" strike="noStrike" cap="none">
              <a:solidFill>
                <a:srgbClr val="000000"/>
              </a:solidFill>
              <a:latin typeface="Times New Roman"/>
              <a:ea typeface="Times New Roman"/>
              <a:cs typeface="Times New Roman"/>
              <a:sym typeface="Times New Roman"/>
            </a:endParaRPr>
          </a:p>
        </p:txBody>
      </p:sp>
      <p:sp>
        <p:nvSpPr>
          <p:cNvPr id="313" name="Google Shape;313;p9:notes"/>
          <p:cNvSpPr txBox="1">
            <a:spLocks noGrp="1"/>
          </p:cNvSpPr>
          <p:nvPr>
            <p:ph type="body" idx="1"/>
          </p:nvPr>
        </p:nvSpPr>
        <p:spPr>
          <a:xfrm>
            <a:off x="755650" y="5078413"/>
            <a:ext cx="6027738" cy="479107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14" name="Google Shape;314;p9:notes"/>
          <p:cNvSpPr>
            <a:spLocks noGrp="1" noRot="1" noChangeAspect="1"/>
          </p:cNvSpPr>
          <p:nvPr>
            <p:ph type="sldImg" idx="2"/>
          </p:nvPr>
        </p:nvSpPr>
        <p:spPr>
          <a:xfrm>
            <a:off x="1106488" y="812800"/>
            <a:ext cx="5324475" cy="3987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0:notes"/>
          <p:cNvSpPr txBox="1">
            <a:spLocks noGrp="1"/>
          </p:cNvSpPr>
          <p:nvPr>
            <p:ph type="sldNum" idx="12"/>
          </p:nvPr>
        </p:nvSpPr>
        <p:spPr>
          <a:xfrm>
            <a:off x="4278313" y="10156825"/>
            <a:ext cx="3260725" cy="5143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s-AR"/>
              <a:t>10</a:t>
            </a:fld>
            <a:endParaRPr/>
          </a:p>
        </p:txBody>
      </p:sp>
      <p:sp>
        <p:nvSpPr>
          <p:cNvPr id="323" name="Google Shape;323;p10:notes"/>
          <p:cNvSpPr txBox="1"/>
          <p:nvPr/>
        </p:nvSpPr>
        <p:spPr>
          <a:xfrm>
            <a:off x="4278313" y="10156825"/>
            <a:ext cx="3268662" cy="522288"/>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10</a:t>
            </a:fld>
            <a:endParaRPr sz="1400" b="0" i="0" u="none" strike="noStrike" cap="none">
              <a:solidFill>
                <a:srgbClr val="000000"/>
              </a:solidFill>
              <a:latin typeface="Times New Roman"/>
              <a:ea typeface="Times New Roman"/>
              <a:cs typeface="Times New Roman"/>
              <a:sym typeface="Times New Roman"/>
            </a:endParaRPr>
          </a:p>
        </p:txBody>
      </p:sp>
      <p:sp>
        <p:nvSpPr>
          <p:cNvPr id="324" name="Google Shape;324;p10:notes"/>
          <p:cNvSpPr txBox="1">
            <a:spLocks noGrp="1"/>
          </p:cNvSpPr>
          <p:nvPr>
            <p:ph type="body" idx="1"/>
          </p:nvPr>
        </p:nvSpPr>
        <p:spPr>
          <a:xfrm>
            <a:off x="755650" y="5078413"/>
            <a:ext cx="6027738" cy="479107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25" name="Google Shape;325;p10:notes"/>
          <p:cNvSpPr>
            <a:spLocks noGrp="1" noRot="1" noChangeAspect="1"/>
          </p:cNvSpPr>
          <p:nvPr>
            <p:ph type="sldImg" idx="2"/>
          </p:nvPr>
        </p:nvSpPr>
        <p:spPr>
          <a:xfrm>
            <a:off x="223838" y="812800"/>
            <a:ext cx="7089775" cy="3987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1:notes"/>
          <p:cNvSpPr txBox="1">
            <a:spLocks noGrp="1"/>
          </p:cNvSpPr>
          <p:nvPr>
            <p:ph type="sldNum" idx="12"/>
          </p:nvPr>
        </p:nvSpPr>
        <p:spPr>
          <a:xfrm>
            <a:off x="4278313" y="10156825"/>
            <a:ext cx="3260725" cy="5143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Clr>
                <a:srgbClr val="000000"/>
              </a:buClr>
              <a:buSzPts val="1400"/>
              <a:buFont typeface="Times New Roman"/>
              <a:buNone/>
            </a:pPr>
            <a:fld id="{00000000-1234-1234-1234-123412341234}" type="slidenum">
              <a:rPr lang="es-AR"/>
              <a:t>11</a:t>
            </a:fld>
            <a:endParaRPr/>
          </a:p>
        </p:txBody>
      </p:sp>
      <p:sp>
        <p:nvSpPr>
          <p:cNvPr id="351" name="Google Shape;351;p11:notes"/>
          <p:cNvSpPr txBox="1"/>
          <p:nvPr/>
        </p:nvSpPr>
        <p:spPr>
          <a:xfrm>
            <a:off x="4278313" y="10156825"/>
            <a:ext cx="3268662" cy="522288"/>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a:buNone/>
            </a:pPr>
            <a:fld id="{00000000-1234-1234-1234-123412341234}" type="slidenum">
              <a:rPr lang="es-AR" sz="1400" b="0" i="0" u="none" strike="noStrike" cap="none">
                <a:solidFill>
                  <a:srgbClr val="000000"/>
                </a:solidFill>
                <a:latin typeface="Times New Roman"/>
                <a:ea typeface="Times New Roman"/>
                <a:cs typeface="Times New Roman"/>
                <a:sym typeface="Times New Roman"/>
              </a:rPr>
              <a:t>11</a:t>
            </a:fld>
            <a:endParaRPr sz="1400" b="0" i="0" u="none" strike="noStrike" cap="none">
              <a:solidFill>
                <a:srgbClr val="000000"/>
              </a:solidFill>
              <a:latin typeface="Times New Roman"/>
              <a:ea typeface="Times New Roman"/>
              <a:cs typeface="Times New Roman"/>
              <a:sym typeface="Times New Roman"/>
            </a:endParaRPr>
          </a:p>
        </p:txBody>
      </p:sp>
      <p:sp>
        <p:nvSpPr>
          <p:cNvPr id="352" name="Google Shape;352;p11:notes"/>
          <p:cNvSpPr txBox="1">
            <a:spLocks noGrp="1"/>
          </p:cNvSpPr>
          <p:nvPr>
            <p:ph type="body" idx="1"/>
          </p:nvPr>
        </p:nvSpPr>
        <p:spPr>
          <a:xfrm>
            <a:off x="755650" y="5078413"/>
            <a:ext cx="6027738" cy="4791075"/>
          </a:xfrm>
          <a:prstGeom prst="rect">
            <a:avLst/>
          </a:prstGeom>
          <a:noFill/>
          <a:ln>
            <a:noFill/>
          </a:ln>
        </p:spPr>
        <p:txBody>
          <a:bodyPr spcFirstLastPara="1" wrap="square" lIns="0" tIns="0" rIns="0" bIns="0" anchor="t" anchorCtr="0">
            <a:noAutofit/>
          </a:bodyPr>
          <a:lstStyle/>
          <a:p>
            <a:pPr marL="0" lvl="0" indent="0" algn="l" rtl="0">
              <a:lnSpc>
                <a:spcPct val="100000"/>
              </a:lnSpc>
              <a:spcBef>
                <a:spcPts val="360"/>
              </a:spcBef>
              <a:spcAft>
                <a:spcPts val="0"/>
              </a:spcAft>
              <a:buSzPts val="1400"/>
              <a:buNone/>
            </a:pPr>
            <a:endParaRPr/>
          </a:p>
        </p:txBody>
      </p:sp>
      <p:sp>
        <p:nvSpPr>
          <p:cNvPr id="353" name="Google Shape;353;p11:notes"/>
          <p:cNvSpPr>
            <a:spLocks noGrp="1" noRot="1" noChangeAspect="1"/>
          </p:cNvSpPr>
          <p:nvPr>
            <p:ph type="sldImg" idx="2"/>
          </p:nvPr>
        </p:nvSpPr>
        <p:spPr>
          <a:xfrm>
            <a:off x="223838" y="812800"/>
            <a:ext cx="7089775" cy="39878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13"/>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3"/>
          <p:cNvSpPr txBox="1">
            <a:spLocks noGrp="1"/>
          </p:cNvSpPr>
          <p:nvPr>
            <p:ph type="sldNum" idx="12"/>
          </p:nvPr>
        </p:nvSpPr>
        <p:spPr>
          <a:xfrm>
            <a:off x="531813" y="4529138"/>
            <a:ext cx="758825" cy="344487"/>
          </a:xfrm>
          <a:prstGeom prst="rect">
            <a:avLst/>
          </a:prstGeom>
          <a:noFill/>
          <a:ln>
            <a:noFill/>
          </a:ln>
        </p:spPr>
        <p:txBody>
          <a:bodyPr spcFirstLastPara="1" wrap="square" lIns="90000" tIns="45000" rIns="90000" bIns="45000" anchor="t" anchorCtr="0">
            <a:noAutofit/>
          </a:bodyPr>
          <a:lstStyle>
            <a:lvl1pPr marL="0" marR="0" lvl="0"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L="0" marR="0" lvl="1"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2pPr>
            <a:lvl3pPr marL="0" marR="0" lvl="2"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3pPr>
            <a:lvl4pPr marL="0" marR="0" lvl="3"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4pPr>
            <a:lvl5pPr marL="0" marR="0" lvl="4"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5pPr>
            <a:lvl6pPr marL="0" marR="0" lvl="5"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6pPr>
            <a:lvl7pPr marL="0" marR="0" lvl="6"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7pPr>
            <a:lvl8pPr marL="0" marR="0" lvl="7"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8pPr>
            <a:lvl9pPr marL="0" marR="0" lvl="8"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9"/>
        <p:cNvGrpSpPr/>
        <p:nvPr/>
      </p:nvGrpSpPr>
      <p:grpSpPr>
        <a:xfrm>
          <a:off x="0" y="0"/>
          <a:ext cx="0" cy="0"/>
          <a:chOff x="0" y="0"/>
          <a:chExt cx="0" cy="0"/>
        </a:xfrm>
      </p:grpSpPr>
      <p:sp>
        <p:nvSpPr>
          <p:cNvPr id="60" name="Google Shape;60;p16"/>
          <p:cNvSpPr txBox="1">
            <a:spLocks noGrp="1"/>
          </p:cNvSpPr>
          <p:nvPr>
            <p:ph type="ctrTitle"/>
          </p:nvPr>
        </p:nvSpPr>
        <p:spPr>
          <a:xfrm>
            <a:off x="914400" y="2130425"/>
            <a:ext cx="10364788" cy="1470025"/>
          </a:xfrm>
          <a:prstGeom prst="rect">
            <a:avLst/>
          </a:prstGeom>
          <a:noFill/>
          <a:ln>
            <a:noFill/>
          </a:ln>
        </p:spPr>
        <p:txBody>
          <a:bodyPr spcFirstLastPara="1" wrap="square" lIns="90000" tIns="45000" rIns="90000" bIns="45000" anchor="b"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61" name="Google Shape;61;p16"/>
          <p:cNvSpPr txBox="1">
            <a:spLocks noGrp="1"/>
          </p:cNvSpPr>
          <p:nvPr>
            <p:ph type="subTitle" idx="1"/>
          </p:nvPr>
        </p:nvSpPr>
        <p:spPr>
          <a:xfrm>
            <a:off x="1828800" y="3886200"/>
            <a:ext cx="8535988" cy="1752600"/>
          </a:xfrm>
          <a:prstGeom prst="rect">
            <a:avLst/>
          </a:prstGeom>
          <a:noFill/>
          <a:ln>
            <a:noFill/>
          </a:ln>
        </p:spPr>
        <p:txBody>
          <a:bodyPr spcFirstLastPara="1" wrap="square" lIns="0" tIns="4675" rIns="0" bIns="0" anchor="t" anchorCtr="0">
            <a:noAutofit/>
          </a:bodyPr>
          <a:lstStyle>
            <a:lvl1pPr lvl="0" algn="ctr">
              <a:lnSpc>
                <a:spcPct val="98000"/>
              </a:lnSpc>
              <a:spcBef>
                <a:spcPts val="0"/>
              </a:spcBef>
              <a:spcAft>
                <a:spcPts val="0"/>
              </a:spcAft>
              <a:buSzPts val="1800"/>
              <a:buNone/>
              <a:defRPr/>
            </a:lvl1pPr>
            <a:lvl2pPr lvl="1" algn="ctr">
              <a:lnSpc>
                <a:spcPct val="98000"/>
              </a:lnSpc>
              <a:spcBef>
                <a:spcPts val="1425"/>
              </a:spcBef>
              <a:spcAft>
                <a:spcPts val="0"/>
              </a:spcAft>
              <a:buSzPts val="1400"/>
              <a:buNone/>
              <a:defRPr/>
            </a:lvl2pPr>
            <a:lvl3pPr lvl="2" algn="ctr">
              <a:lnSpc>
                <a:spcPct val="98000"/>
              </a:lnSpc>
              <a:spcBef>
                <a:spcPts val="1138"/>
              </a:spcBef>
              <a:spcAft>
                <a:spcPts val="0"/>
              </a:spcAft>
              <a:buSzPts val="1200"/>
              <a:buNone/>
              <a:defRPr/>
            </a:lvl3pPr>
            <a:lvl4pPr lvl="3" algn="ctr">
              <a:lnSpc>
                <a:spcPct val="98000"/>
              </a:lnSpc>
              <a:spcBef>
                <a:spcPts val="850"/>
              </a:spcBef>
              <a:spcAft>
                <a:spcPts val="0"/>
              </a:spcAft>
              <a:buSzPts val="1200"/>
              <a:buNone/>
              <a:defRPr/>
            </a:lvl4pPr>
            <a:lvl5pPr lvl="4" algn="ctr">
              <a:lnSpc>
                <a:spcPct val="98000"/>
              </a:lnSpc>
              <a:spcBef>
                <a:spcPts val="575"/>
              </a:spcBef>
              <a:spcAft>
                <a:spcPts val="0"/>
              </a:spcAft>
              <a:buSzPts val="2000"/>
              <a:buNone/>
              <a:defRPr/>
            </a:lvl5pPr>
            <a:lvl6pPr lvl="5" algn="ctr">
              <a:lnSpc>
                <a:spcPct val="98000"/>
              </a:lnSpc>
              <a:spcBef>
                <a:spcPts val="288"/>
              </a:spcBef>
              <a:spcAft>
                <a:spcPts val="0"/>
              </a:spcAft>
              <a:buSzPts val="2000"/>
              <a:buNone/>
              <a:defRPr/>
            </a:lvl6pPr>
            <a:lvl7pPr lvl="6" algn="ctr">
              <a:lnSpc>
                <a:spcPct val="98000"/>
              </a:lnSpc>
              <a:spcBef>
                <a:spcPts val="288"/>
              </a:spcBef>
              <a:spcAft>
                <a:spcPts val="0"/>
              </a:spcAft>
              <a:buSzPts val="2000"/>
              <a:buNone/>
              <a:defRPr/>
            </a:lvl7pPr>
            <a:lvl8pPr lvl="7" algn="ctr">
              <a:lnSpc>
                <a:spcPct val="98000"/>
              </a:lnSpc>
              <a:spcBef>
                <a:spcPts val="288"/>
              </a:spcBef>
              <a:spcAft>
                <a:spcPts val="0"/>
              </a:spcAft>
              <a:buSzPts val="2000"/>
              <a:buNone/>
              <a:defRPr/>
            </a:lvl8pPr>
            <a:lvl9pPr lvl="8" algn="ctr">
              <a:lnSpc>
                <a:spcPct val="98000"/>
              </a:lnSpc>
              <a:spcBef>
                <a:spcPts val="288"/>
              </a:spcBef>
              <a:spcAft>
                <a:spcPts val="288"/>
              </a:spcAft>
              <a:buSzPts val="2000"/>
              <a:buNone/>
              <a:defRPr/>
            </a:lvl9pPr>
          </a:lstStyle>
          <a:p>
            <a:endParaRPr/>
          </a:p>
        </p:txBody>
      </p:sp>
      <p:sp>
        <p:nvSpPr>
          <p:cNvPr id="62" name="Google Shape;62;p16"/>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6"/>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6"/>
          <p:cNvSpPr txBox="1">
            <a:spLocks noGrp="1"/>
          </p:cNvSpPr>
          <p:nvPr>
            <p:ph type="sldNum" idx="12"/>
          </p:nvPr>
        </p:nvSpPr>
        <p:spPr>
          <a:xfrm>
            <a:off x="531813" y="4529138"/>
            <a:ext cx="758825" cy="344487"/>
          </a:xfrm>
          <a:prstGeom prst="rect">
            <a:avLst/>
          </a:prstGeom>
          <a:noFill/>
          <a:ln>
            <a:noFill/>
          </a:ln>
        </p:spPr>
        <p:txBody>
          <a:bodyPr spcFirstLastPara="1" wrap="square" lIns="90000" tIns="45000" rIns="90000" bIns="45000" anchor="t" anchorCtr="0">
            <a:noAutofit/>
          </a:bodyPr>
          <a:lstStyle>
            <a:lvl1pPr marL="0" marR="0" lvl="0"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L="0" marR="0" lvl="1"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2pPr>
            <a:lvl3pPr marL="0" marR="0" lvl="2"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3pPr>
            <a:lvl4pPr marL="0" marR="0" lvl="3"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4pPr>
            <a:lvl5pPr marL="0" marR="0" lvl="4"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5pPr>
            <a:lvl6pPr marL="0" marR="0" lvl="5"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6pPr>
            <a:lvl7pPr marL="0" marR="0" lvl="6"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7pPr>
            <a:lvl8pPr marL="0" marR="0" lvl="7"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8pPr>
            <a:lvl9pPr marL="0" marR="0" lvl="8"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2589213" y="2514600"/>
            <a:ext cx="8894762" cy="2241550"/>
          </a:xfrm>
          <a:prstGeom prst="rect">
            <a:avLst/>
          </a:prstGeom>
          <a:noFill/>
          <a:ln>
            <a:noFill/>
          </a:ln>
        </p:spPr>
        <p:txBody>
          <a:bodyPr spcFirstLastPara="1" wrap="square" lIns="90000" tIns="45000" rIns="90000" bIns="45000" anchor="b"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67" name="Google Shape;67;p17"/>
          <p:cNvSpPr txBox="1">
            <a:spLocks noGrp="1"/>
          </p:cNvSpPr>
          <p:nvPr>
            <p:ph type="body" idx="1"/>
          </p:nvPr>
        </p:nvSpPr>
        <p:spPr>
          <a:xfrm>
            <a:off x="609600" y="1604963"/>
            <a:ext cx="10952163" cy="4505325"/>
          </a:xfrm>
          <a:prstGeom prst="rect">
            <a:avLst/>
          </a:prstGeom>
          <a:noFill/>
          <a:ln>
            <a:noFill/>
          </a:ln>
        </p:spPr>
        <p:txBody>
          <a:bodyPr spcFirstLastPara="1" wrap="square" lIns="0" tIns="4675" rIns="0" bIns="0" anchor="t" anchorCtr="0">
            <a:noAutofit/>
          </a:bodyPr>
          <a:lstStyle>
            <a:lvl1pPr marL="457200" lvl="0" indent="-228600" algn="l">
              <a:lnSpc>
                <a:spcPct val="98000"/>
              </a:lnSpc>
              <a:spcBef>
                <a:spcPts val="0"/>
              </a:spcBef>
              <a:spcAft>
                <a:spcPts val="0"/>
              </a:spcAft>
              <a:buSzPts val="1400"/>
              <a:buNone/>
              <a:defRPr/>
            </a:lvl1pPr>
            <a:lvl2pPr marL="914400" lvl="1" indent="-228600" algn="l">
              <a:lnSpc>
                <a:spcPct val="98000"/>
              </a:lnSpc>
              <a:spcBef>
                <a:spcPts val="1425"/>
              </a:spcBef>
              <a:spcAft>
                <a:spcPts val="0"/>
              </a:spcAft>
              <a:buSzPts val="1400"/>
              <a:buNone/>
              <a:defRPr/>
            </a:lvl2pPr>
            <a:lvl3pPr marL="1371600" lvl="2" indent="-228600" algn="l">
              <a:lnSpc>
                <a:spcPct val="98000"/>
              </a:lnSpc>
              <a:spcBef>
                <a:spcPts val="1138"/>
              </a:spcBef>
              <a:spcAft>
                <a:spcPts val="0"/>
              </a:spcAft>
              <a:buSzPts val="1400"/>
              <a:buNone/>
              <a:defRPr/>
            </a:lvl3pPr>
            <a:lvl4pPr marL="1828800" lvl="3" indent="-228600" algn="l">
              <a:lnSpc>
                <a:spcPct val="98000"/>
              </a:lnSpc>
              <a:spcBef>
                <a:spcPts val="850"/>
              </a:spcBef>
              <a:spcAft>
                <a:spcPts val="0"/>
              </a:spcAft>
              <a:buSzPts val="1400"/>
              <a:buNone/>
              <a:defRPr/>
            </a:lvl4pPr>
            <a:lvl5pPr marL="2286000" lvl="4" indent="-228600" algn="l">
              <a:lnSpc>
                <a:spcPct val="98000"/>
              </a:lnSpc>
              <a:spcBef>
                <a:spcPts val="575"/>
              </a:spcBef>
              <a:spcAft>
                <a:spcPts val="0"/>
              </a:spcAft>
              <a:buSzPts val="1400"/>
              <a:buNone/>
              <a:defRPr/>
            </a:lvl5pPr>
            <a:lvl6pPr marL="2743200" lvl="5" indent="-228600" algn="l">
              <a:lnSpc>
                <a:spcPct val="98000"/>
              </a:lnSpc>
              <a:spcBef>
                <a:spcPts val="288"/>
              </a:spcBef>
              <a:spcAft>
                <a:spcPts val="0"/>
              </a:spcAft>
              <a:buSzPts val="1400"/>
              <a:buNone/>
              <a:defRPr/>
            </a:lvl6pPr>
            <a:lvl7pPr marL="3200400" lvl="6" indent="-228600" algn="l">
              <a:lnSpc>
                <a:spcPct val="98000"/>
              </a:lnSpc>
              <a:spcBef>
                <a:spcPts val="288"/>
              </a:spcBef>
              <a:spcAft>
                <a:spcPts val="0"/>
              </a:spcAft>
              <a:buSzPts val="1400"/>
              <a:buNone/>
              <a:defRPr/>
            </a:lvl7pPr>
            <a:lvl8pPr marL="3657600" lvl="7" indent="-228600" algn="l">
              <a:lnSpc>
                <a:spcPct val="98000"/>
              </a:lnSpc>
              <a:spcBef>
                <a:spcPts val="288"/>
              </a:spcBef>
              <a:spcAft>
                <a:spcPts val="0"/>
              </a:spcAft>
              <a:buSzPts val="1400"/>
              <a:buNone/>
              <a:defRPr/>
            </a:lvl8pPr>
            <a:lvl9pPr marL="4114800" lvl="8" indent="-228600" algn="l">
              <a:lnSpc>
                <a:spcPct val="98000"/>
              </a:lnSpc>
              <a:spcBef>
                <a:spcPts val="288"/>
              </a:spcBef>
              <a:spcAft>
                <a:spcPts val="288"/>
              </a:spcAft>
              <a:buSzPts val="1400"/>
              <a:buNone/>
              <a:defRPr/>
            </a:lvl9pPr>
          </a:lstStyle>
          <a:p>
            <a:endParaRPr/>
          </a:p>
        </p:txBody>
      </p:sp>
      <p:sp>
        <p:nvSpPr>
          <p:cNvPr id="68" name="Google Shape;68;p17"/>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7"/>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7"/>
          <p:cNvSpPr txBox="1">
            <a:spLocks noGrp="1"/>
          </p:cNvSpPr>
          <p:nvPr>
            <p:ph type="sldNum" idx="12"/>
          </p:nvPr>
        </p:nvSpPr>
        <p:spPr>
          <a:xfrm>
            <a:off x="531813" y="4529138"/>
            <a:ext cx="758825" cy="344487"/>
          </a:xfrm>
          <a:prstGeom prst="rect">
            <a:avLst/>
          </a:prstGeom>
          <a:noFill/>
          <a:ln>
            <a:noFill/>
          </a:ln>
        </p:spPr>
        <p:txBody>
          <a:bodyPr spcFirstLastPara="1" wrap="square" lIns="90000" tIns="45000" rIns="90000" bIns="45000" anchor="t" anchorCtr="0">
            <a:noAutofit/>
          </a:bodyPr>
          <a:lstStyle>
            <a:lvl1pPr marL="0" marR="0" lvl="0"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L="0" marR="0" lvl="1"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2pPr>
            <a:lvl3pPr marL="0" marR="0" lvl="2"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3pPr>
            <a:lvl4pPr marL="0" marR="0" lvl="3"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4pPr>
            <a:lvl5pPr marL="0" marR="0" lvl="4"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5pPr>
            <a:lvl6pPr marL="0" marR="0" lvl="5"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6pPr>
            <a:lvl7pPr marL="0" marR="0" lvl="6"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7pPr>
            <a:lvl8pPr marL="0" marR="0" lvl="7"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8pPr>
            <a:lvl9pPr marL="0" marR="0" lvl="8"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1"/>
        <p:cNvGrpSpPr/>
        <p:nvPr/>
      </p:nvGrpSpPr>
      <p:grpSpPr>
        <a:xfrm>
          <a:off x="0" y="0"/>
          <a:ext cx="0" cy="0"/>
          <a:chOff x="0" y="0"/>
          <a:chExt cx="0" cy="0"/>
        </a:xfrm>
      </p:grpSpPr>
      <p:sp>
        <p:nvSpPr>
          <p:cNvPr id="72" name="Google Shape;72;p18"/>
          <p:cNvSpPr txBox="1">
            <a:spLocks noGrp="1"/>
          </p:cNvSpPr>
          <p:nvPr>
            <p:ph type="title"/>
          </p:nvPr>
        </p:nvSpPr>
        <p:spPr>
          <a:xfrm>
            <a:off x="963613" y="4406900"/>
            <a:ext cx="10364787" cy="1362075"/>
          </a:xfrm>
          <a:prstGeom prst="rect">
            <a:avLst/>
          </a:prstGeom>
          <a:noFill/>
          <a:ln>
            <a:noFill/>
          </a:ln>
        </p:spPr>
        <p:txBody>
          <a:bodyPr spcFirstLastPara="1" wrap="square" lIns="90000" tIns="45000" rIns="90000" bIns="45000" anchor="t" anchorCtr="0">
            <a:noAutofit/>
          </a:bodyPr>
          <a:lstStyle>
            <a:lvl1pPr lvl="0" algn="l">
              <a:lnSpc>
                <a:spcPct val="98000"/>
              </a:lnSpc>
              <a:spcBef>
                <a:spcPts val="0"/>
              </a:spcBef>
              <a:spcAft>
                <a:spcPts val="0"/>
              </a:spcAft>
              <a:buSzPts val="1400"/>
              <a:buNone/>
              <a:defRPr sz="4000" b="1" cap="none"/>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73" name="Google Shape;73;p18"/>
          <p:cNvSpPr txBox="1">
            <a:spLocks noGrp="1"/>
          </p:cNvSpPr>
          <p:nvPr>
            <p:ph type="body" idx="1"/>
          </p:nvPr>
        </p:nvSpPr>
        <p:spPr>
          <a:xfrm>
            <a:off x="963613" y="2906713"/>
            <a:ext cx="10364787" cy="1500187"/>
          </a:xfrm>
          <a:prstGeom prst="rect">
            <a:avLst/>
          </a:prstGeom>
          <a:noFill/>
          <a:ln>
            <a:noFill/>
          </a:ln>
        </p:spPr>
        <p:txBody>
          <a:bodyPr spcFirstLastPara="1" wrap="square" lIns="0" tIns="4675" rIns="0" bIns="0" anchor="b" anchorCtr="0">
            <a:noAutofit/>
          </a:bodyPr>
          <a:lstStyle>
            <a:lvl1pPr marL="457200" lvl="0" indent="-228600" algn="l">
              <a:lnSpc>
                <a:spcPct val="98000"/>
              </a:lnSpc>
              <a:spcBef>
                <a:spcPts val="0"/>
              </a:spcBef>
              <a:spcAft>
                <a:spcPts val="0"/>
              </a:spcAft>
              <a:buSzPts val="2000"/>
              <a:buNone/>
              <a:defRPr sz="2000"/>
            </a:lvl1pPr>
            <a:lvl2pPr marL="914400" lvl="1" indent="-228600" algn="l">
              <a:lnSpc>
                <a:spcPct val="98000"/>
              </a:lnSpc>
              <a:spcBef>
                <a:spcPts val="1425"/>
              </a:spcBef>
              <a:spcAft>
                <a:spcPts val="0"/>
              </a:spcAft>
              <a:buSzPts val="1800"/>
              <a:buNone/>
              <a:defRPr sz="1800"/>
            </a:lvl2pPr>
            <a:lvl3pPr marL="1371600" lvl="2" indent="-228600" algn="l">
              <a:lnSpc>
                <a:spcPct val="98000"/>
              </a:lnSpc>
              <a:spcBef>
                <a:spcPts val="1138"/>
              </a:spcBef>
              <a:spcAft>
                <a:spcPts val="0"/>
              </a:spcAft>
              <a:buSzPts val="1600"/>
              <a:buNone/>
              <a:defRPr sz="1600"/>
            </a:lvl3pPr>
            <a:lvl4pPr marL="1828800" lvl="3" indent="-228600" algn="l">
              <a:lnSpc>
                <a:spcPct val="98000"/>
              </a:lnSpc>
              <a:spcBef>
                <a:spcPts val="850"/>
              </a:spcBef>
              <a:spcAft>
                <a:spcPts val="0"/>
              </a:spcAft>
              <a:buSzPts val="1400"/>
              <a:buNone/>
              <a:defRPr sz="1400"/>
            </a:lvl4pPr>
            <a:lvl5pPr marL="2286000" lvl="4" indent="-228600" algn="l">
              <a:lnSpc>
                <a:spcPct val="98000"/>
              </a:lnSpc>
              <a:spcBef>
                <a:spcPts val="575"/>
              </a:spcBef>
              <a:spcAft>
                <a:spcPts val="0"/>
              </a:spcAft>
              <a:buSzPts val="1400"/>
              <a:buNone/>
              <a:defRPr sz="1400"/>
            </a:lvl5pPr>
            <a:lvl6pPr marL="2743200" lvl="5" indent="-228600" algn="l">
              <a:lnSpc>
                <a:spcPct val="98000"/>
              </a:lnSpc>
              <a:spcBef>
                <a:spcPts val="288"/>
              </a:spcBef>
              <a:spcAft>
                <a:spcPts val="0"/>
              </a:spcAft>
              <a:buSzPts val="1400"/>
              <a:buNone/>
              <a:defRPr sz="1400"/>
            </a:lvl6pPr>
            <a:lvl7pPr marL="3200400" lvl="6" indent="-228600" algn="l">
              <a:lnSpc>
                <a:spcPct val="98000"/>
              </a:lnSpc>
              <a:spcBef>
                <a:spcPts val="288"/>
              </a:spcBef>
              <a:spcAft>
                <a:spcPts val="0"/>
              </a:spcAft>
              <a:buSzPts val="1400"/>
              <a:buNone/>
              <a:defRPr sz="1400"/>
            </a:lvl7pPr>
            <a:lvl8pPr marL="3657600" lvl="7" indent="-228600" algn="l">
              <a:lnSpc>
                <a:spcPct val="98000"/>
              </a:lnSpc>
              <a:spcBef>
                <a:spcPts val="288"/>
              </a:spcBef>
              <a:spcAft>
                <a:spcPts val="0"/>
              </a:spcAft>
              <a:buSzPts val="1400"/>
              <a:buNone/>
              <a:defRPr sz="1400"/>
            </a:lvl8pPr>
            <a:lvl9pPr marL="4114800" lvl="8" indent="-228600" algn="l">
              <a:lnSpc>
                <a:spcPct val="98000"/>
              </a:lnSpc>
              <a:spcBef>
                <a:spcPts val="288"/>
              </a:spcBef>
              <a:spcAft>
                <a:spcPts val="288"/>
              </a:spcAft>
              <a:buSzPts val="1400"/>
              <a:buNone/>
              <a:defRPr sz="1400"/>
            </a:lvl9pPr>
          </a:lstStyle>
          <a:p>
            <a:endParaRPr/>
          </a:p>
        </p:txBody>
      </p:sp>
      <p:sp>
        <p:nvSpPr>
          <p:cNvPr id="74" name="Google Shape;74;p18"/>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8"/>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8"/>
          <p:cNvSpPr txBox="1">
            <a:spLocks noGrp="1"/>
          </p:cNvSpPr>
          <p:nvPr>
            <p:ph type="sldNum" idx="12"/>
          </p:nvPr>
        </p:nvSpPr>
        <p:spPr>
          <a:xfrm>
            <a:off x="531813" y="4529138"/>
            <a:ext cx="758825" cy="344487"/>
          </a:xfrm>
          <a:prstGeom prst="rect">
            <a:avLst/>
          </a:prstGeom>
          <a:noFill/>
          <a:ln>
            <a:noFill/>
          </a:ln>
        </p:spPr>
        <p:txBody>
          <a:bodyPr spcFirstLastPara="1" wrap="square" lIns="90000" tIns="45000" rIns="90000" bIns="45000" anchor="t" anchorCtr="0">
            <a:noAutofit/>
          </a:bodyPr>
          <a:lstStyle>
            <a:lvl1pPr marL="0" marR="0" lvl="0"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L="0" marR="0" lvl="1"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2pPr>
            <a:lvl3pPr marL="0" marR="0" lvl="2"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3pPr>
            <a:lvl4pPr marL="0" marR="0" lvl="3"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4pPr>
            <a:lvl5pPr marL="0" marR="0" lvl="4"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5pPr>
            <a:lvl6pPr marL="0" marR="0" lvl="5"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6pPr>
            <a:lvl7pPr marL="0" marR="0" lvl="6"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7pPr>
            <a:lvl8pPr marL="0" marR="0" lvl="7"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8pPr>
            <a:lvl9pPr marL="0" marR="0" lvl="8"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7"/>
        <p:cNvGrpSpPr/>
        <p:nvPr/>
      </p:nvGrpSpPr>
      <p:grpSpPr>
        <a:xfrm>
          <a:off x="0" y="0"/>
          <a:ext cx="0" cy="0"/>
          <a:chOff x="0" y="0"/>
          <a:chExt cx="0" cy="0"/>
        </a:xfrm>
      </p:grpSpPr>
      <p:sp>
        <p:nvSpPr>
          <p:cNvPr id="78" name="Google Shape;78;p19"/>
          <p:cNvSpPr txBox="1">
            <a:spLocks noGrp="1"/>
          </p:cNvSpPr>
          <p:nvPr>
            <p:ph type="title"/>
          </p:nvPr>
        </p:nvSpPr>
        <p:spPr>
          <a:xfrm>
            <a:off x="2589213" y="2514600"/>
            <a:ext cx="8894762" cy="2241550"/>
          </a:xfrm>
          <a:prstGeom prst="rect">
            <a:avLst/>
          </a:prstGeom>
          <a:noFill/>
          <a:ln>
            <a:noFill/>
          </a:ln>
        </p:spPr>
        <p:txBody>
          <a:bodyPr spcFirstLastPara="1" wrap="square" lIns="90000" tIns="45000" rIns="90000" bIns="45000" anchor="b"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79" name="Google Shape;79;p19"/>
          <p:cNvSpPr txBox="1">
            <a:spLocks noGrp="1"/>
          </p:cNvSpPr>
          <p:nvPr>
            <p:ph type="body" idx="1"/>
          </p:nvPr>
        </p:nvSpPr>
        <p:spPr>
          <a:xfrm>
            <a:off x="609600" y="1604963"/>
            <a:ext cx="5399088" cy="4505325"/>
          </a:xfrm>
          <a:prstGeom prst="rect">
            <a:avLst/>
          </a:prstGeom>
          <a:noFill/>
          <a:ln>
            <a:noFill/>
          </a:ln>
        </p:spPr>
        <p:txBody>
          <a:bodyPr spcFirstLastPara="1" wrap="square" lIns="0" tIns="4675" rIns="0" bIns="0" anchor="t" anchorCtr="0">
            <a:noAutofit/>
          </a:bodyPr>
          <a:lstStyle>
            <a:lvl1pPr marL="457200" lvl="0" indent="-228600" algn="l">
              <a:lnSpc>
                <a:spcPct val="98000"/>
              </a:lnSpc>
              <a:spcBef>
                <a:spcPts val="0"/>
              </a:spcBef>
              <a:spcAft>
                <a:spcPts val="0"/>
              </a:spcAft>
              <a:buSzPts val="1400"/>
              <a:buNone/>
              <a:defRPr sz="2800"/>
            </a:lvl1pPr>
            <a:lvl2pPr marL="914400" lvl="1" indent="-228600" algn="l">
              <a:lnSpc>
                <a:spcPct val="98000"/>
              </a:lnSpc>
              <a:spcBef>
                <a:spcPts val="1425"/>
              </a:spcBef>
              <a:spcAft>
                <a:spcPts val="0"/>
              </a:spcAft>
              <a:buSzPts val="1400"/>
              <a:buNone/>
              <a:defRPr sz="2400"/>
            </a:lvl2pPr>
            <a:lvl3pPr marL="1371600" lvl="2" indent="-228600" algn="l">
              <a:lnSpc>
                <a:spcPct val="98000"/>
              </a:lnSpc>
              <a:spcBef>
                <a:spcPts val="1138"/>
              </a:spcBef>
              <a:spcAft>
                <a:spcPts val="0"/>
              </a:spcAft>
              <a:buSzPts val="1400"/>
              <a:buNone/>
              <a:defRPr sz="2000"/>
            </a:lvl3pPr>
            <a:lvl4pPr marL="1828800" lvl="3" indent="-228600" algn="l">
              <a:lnSpc>
                <a:spcPct val="98000"/>
              </a:lnSpc>
              <a:spcBef>
                <a:spcPts val="850"/>
              </a:spcBef>
              <a:spcAft>
                <a:spcPts val="0"/>
              </a:spcAft>
              <a:buSzPts val="1400"/>
              <a:buNone/>
              <a:defRPr sz="1800"/>
            </a:lvl4pPr>
            <a:lvl5pPr marL="2286000" lvl="4" indent="-228600" algn="l">
              <a:lnSpc>
                <a:spcPct val="98000"/>
              </a:lnSpc>
              <a:spcBef>
                <a:spcPts val="575"/>
              </a:spcBef>
              <a:spcAft>
                <a:spcPts val="0"/>
              </a:spcAft>
              <a:buSzPts val="1400"/>
              <a:buNone/>
              <a:defRPr sz="1800"/>
            </a:lvl5pPr>
            <a:lvl6pPr marL="2743200" lvl="5" indent="-228600" algn="l">
              <a:lnSpc>
                <a:spcPct val="98000"/>
              </a:lnSpc>
              <a:spcBef>
                <a:spcPts val="288"/>
              </a:spcBef>
              <a:spcAft>
                <a:spcPts val="0"/>
              </a:spcAft>
              <a:buSzPts val="1400"/>
              <a:buNone/>
              <a:defRPr sz="1800"/>
            </a:lvl6pPr>
            <a:lvl7pPr marL="3200400" lvl="6" indent="-228600" algn="l">
              <a:lnSpc>
                <a:spcPct val="98000"/>
              </a:lnSpc>
              <a:spcBef>
                <a:spcPts val="288"/>
              </a:spcBef>
              <a:spcAft>
                <a:spcPts val="0"/>
              </a:spcAft>
              <a:buSzPts val="1400"/>
              <a:buNone/>
              <a:defRPr sz="1800"/>
            </a:lvl7pPr>
            <a:lvl8pPr marL="3657600" lvl="7" indent="-228600" algn="l">
              <a:lnSpc>
                <a:spcPct val="98000"/>
              </a:lnSpc>
              <a:spcBef>
                <a:spcPts val="288"/>
              </a:spcBef>
              <a:spcAft>
                <a:spcPts val="0"/>
              </a:spcAft>
              <a:buSzPts val="1400"/>
              <a:buNone/>
              <a:defRPr sz="1800"/>
            </a:lvl8pPr>
            <a:lvl9pPr marL="4114800" lvl="8" indent="-228600" algn="l">
              <a:lnSpc>
                <a:spcPct val="98000"/>
              </a:lnSpc>
              <a:spcBef>
                <a:spcPts val="288"/>
              </a:spcBef>
              <a:spcAft>
                <a:spcPts val="288"/>
              </a:spcAft>
              <a:buSzPts val="1400"/>
              <a:buNone/>
              <a:defRPr sz="1800"/>
            </a:lvl9pPr>
          </a:lstStyle>
          <a:p>
            <a:endParaRPr/>
          </a:p>
        </p:txBody>
      </p:sp>
      <p:sp>
        <p:nvSpPr>
          <p:cNvPr id="80" name="Google Shape;80;p19"/>
          <p:cNvSpPr txBox="1">
            <a:spLocks noGrp="1"/>
          </p:cNvSpPr>
          <p:nvPr>
            <p:ph type="body" idx="2"/>
          </p:nvPr>
        </p:nvSpPr>
        <p:spPr>
          <a:xfrm>
            <a:off x="6161088" y="1604963"/>
            <a:ext cx="5400675" cy="4505325"/>
          </a:xfrm>
          <a:prstGeom prst="rect">
            <a:avLst/>
          </a:prstGeom>
          <a:noFill/>
          <a:ln>
            <a:noFill/>
          </a:ln>
        </p:spPr>
        <p:txBody>
          <a:bodyPr spcFirstLastPara="1" wrap="square" lIns="0" tIns="4675" rIns="0" bIns="0" anchor="t" anchorCtr="0">
            <a:noAutofit/>
          </a:bodyPr>
          <a:lstStyle>
            <a:lvl1pPr marL="457200" lvl="0" indent="-228600" algn="l">
              <a:lnSpc>
                <a:spcPct val="98000"/>
              </a:lnSpc>
              <a:spcBef>
                <a:spcPts val="0"/>
              </a:spcBef>
              <a:spcAft>
                <a:spcPts val="0"/>
              </a:spcAft>
              <a:buSzPts val="1400"/>
              <a:buNone/>
              <a:defRPr sz="2800"/>
            </a:lvl1pPr>
            <a:lvl2pPr marL="914400" lvl="1" indent="-228600" algn="l">
              <a:lnSpc>
                <a:spcPct val="98000"/>
              </a:lnSpc>
              <a:spcBef>
                <a:spcPts val="1425"/>
              </a:spcBef>
              <a:spcAft>
                <a:spcPts val="0"/>
              </a:spcAft>
              <a:buSzPts val="1400"/>
              <a:buNone/>
              <a:defRPr sz="2400"/>
            </a:lvl2pPr>
            <a:lvl3pPr marL="1371600" lvl="2" indent="-228600" algn="l">
              <a:lnSpc>
                <a:spcPct val="98000"/>
              </a:lnSpc>
              <a:spcBef>
                <a:spcPts val="1138"/>
              </a:spcBef>
              <a:spcAft>
                <a:spcPts val="0"/>
              </a:spcAft>
              <a:buSzPts val="1400"/>
              <a:buNone/>
              <a:defRPr sz="2000"/>
            </a:lvl3pPr>
            <a:lvl4pPr marL="1828800" lvl="3" indent="-228600" algn="l">
              <a:lnSpc>
                <a:spcPct val="98000"/>
              </a:lnSpc>
              <a:spcBef>
                <a:spcPts val="850"/>
              </a:spcBef>
              <a:spcAft>
                <a:spcPts val="0"/>
              </a:spcAft>
              <a:buSzPts val="1400"/>
              <a:buNone/>
              <a:defRPr sz="1800"/>
            </a:lvl4pPr>
            <a:lvl5pPr marL="2286000" lvl="4" indent="-228600" algn="l">
              <a:lnSpc>
                <a:spcPct val="98000"/>
              </a:lnSpc>
              <a:spcBef>
                <a:spcPts val="575"/>
              </a:spcBef>
              <a:spcAft>
                <a:spcPts val="0"/>
              </a:spcAft>
              <a:buSzPts val="1400"/>
              <a:buNone/>
              <a:defRPr sz="1800"/>
            </a:lvl5pPr>
            <a:lvl6pPr marL="2743200" lvl="5" indent="-228600" algn="l">
              <a:lnSpc>
                <a:spcPct val="98000"/>
              </a:lnSpc>
              <a:spcBef>
                <a:spcPts val="288"/>
              </a:spcBef>
              <a:spcAft>
                <a:spcPts val="0"/>
              </a:spcAft>
              <a:buSzPts val="1400"/>
              <a:buNone/>
              <a:defRPr sz="1800"/>
            </a:lvl6pPr>
            <a:lvl7pPr marL="3200400" lvl="6" indent="-228600" algn="l">
              <a:lnSpc>
                <a:spcPct val="98000"/>
              </a:lnSpc>
              <a:spcBef>
                <a:spcPts val="288"/>
              </a:spcBef>
              <a:spcAft>
                <a:spcPts val="0"/>
              </a:spcAft>
              <a:buSzPts val="1400"/>
              <a:buNone/>
              <a:defRPr sz="1800"/>
            </a:lvl7pPr>
            <a:lvl8pPr marL="3657600" lvl="7" indent="-228600" algn="l">
              <a:lnSpc>
                <a:spcPct val="98000"/>
              </a:lnSpc>
              <a:spcBef>
                <a:spcPts val="288"/>
              </a:spcBef>
              <a:spcAft>
                <a:spcPts val="0"/>
              </a:spcAft>
              <a:buSzPts val="1400"/>
              <a:buNone/>
              <a:defRPr sz="1800"/>
            </a:lvl8pPr>
            <a:lvl9pPr marL="4114800" lvl="8" indent="-228600" algn="l">
              <a:lnSpc>
                <a:spcPct val="98000"/>
              </a:lnSpc>
              <a:spcBef>
                <a:spcPts val="288"/>
              </a:spcBef>
              <a:spcAft>
                <a:spcPts val="288"/>
              </a:spcAft>
              <a:buSzPts val="1400"/>
              <a:buNone/>
              <a:defRPr sz="1800"/>
            </a:lvl9pPr>
          </a:lstStyle>
          <a:p>
            <a:endParaRPr/>
          </a:p>
        </p:txBody>
      </p:sp>
      <p:sp>
        <p:nvSpPr>
          <p:cNvPr id="81" name="Google Shape;81;p19"/>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9"/>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9"/>
          <p:cNvSpPr txBox="1">
            <a:spLocks noGrp="1"/>
          </p:cNvSpPr>
          <p:nvPr>
            <p:ph type="sldNum" idx="12"/>
          </p:nvPr>
        </p:nvSpPr>
        <p:spPr>
          <a:xfrm>
            <a:off x="531813" y="4529138"/>
            <a:ext cx="758825" cy="344487"/>
          </a:xfrm>
          <a:prstGeom prst="rect">
            <a:avLst/>
          </a:prstGeom>
          <a:noFill/>
          <a:ln>
            <a:noFill/>
          </a:ln>
        </p:spPr>
        <p:txBody>
          <a:bodyPr spcFirstLastPara="1" wrap="square" lIns="90000" tIns="45000" rIns="90000" bIns="45000" anchor="t" anchorCtr="0">
            <a:noAutofit/>
          </a:bodyPr>
          <a:lstStyle>
            <a:lvl1pPr marL="0" marR="0" lvl="0"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L="0" marR="0" lvl="1"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2pPr>
            <a:lvl3pPr marL="0" marR="0" lvl="2"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3pPr>
            <a:lvl4pPr marL="0" marR="0" lvl="3"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4pPr>
            <a:lvl5pPr marL="0" marR="0" lvl="4"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5pPr>
            <a:lvl6pPr marL="0" marR="0" lvl="5"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6pPr>
            <a:lvl7pPr marL="0" marR="0" lvl="6"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7pPr>
            <a:lvl8pPr marL="0" marR="0" lvl="7"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8pPr>
            <a:lvl9pPr marL="0" marR="0" lvl="8"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4"/>
        <p:cNvGrpSpPr/>
        <p:nvPr/>
      </p:nvGrpSpPr>
      <p:grpSpPr>
        <a:xfrm>
          <a:off x="0" y="0"/>
          <a:ext cx="0" cy="0"/>
          <a:chOff x="0" y="0"/>
          <a:chExt cx="0" cy="0"/>
        </a:xfrm>
      </p:grpSpPr>
      <p:sp>
        <p:nvSpPr>
          <p:cNvPr id="85" name="Google Shape;85;p20"/>
          <p:cNvSpPr txBox="1">
            <a:spLocks noGrp="1"/>
          </p:cNvSpPr>
          <p:nvPr>
            <p:ph type="title"/>
          </p:nvPr>
        </p:nvSpPr>
        <p:spPr>
          <a:xfrm>
            <a:off x="609600" y="274638"/>
            <a:ext cx="10974388" cy="1143000"/>
          </a:xfrm>
          <a:prstGeom prst="rect">
            <a:avLst/>
          </a:prstGeom>
          <a:noFill/>
          <a:ln>
            <a:noFill/>
          </a:ln>
        </p:spPr>
        <p:txBody>
          <a:bodyPr spcFirstLastPara="1" wrap="square" lIns="90000" tIns="45000" rIns="90000" bIns="45000" anchor="b"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86" name="Google Shape;86;p20"/>
          <p:cNvSpPr txBox="1">
            <a:spLocks noGrp="1"/>
          </p:cNvSpPr>
          <p:nvPr>
            <p:ph type="body" idx="1"/>
          </p:nvPr>
        </p:nvSpPr>
        <p:spPr>
          <a:xfrm>
            <a:off x="609600" y="1535113"/>
            <a:ext cx="5387975" cy="639762"/>
          </a:xfrm>
          <a:prstGeom prst="rect">
            <a:avLst/>
          </a:prstGeom>
          <a:noFill/>
          <a:ln>
            <a:noFill/>
          </a:ln>
        </p:spPr>
        <p:txBody>
          <a:bodyPr spcFirstLastPara="1" wrap="square" lIns="0" tIns="4675" rIns="0" bIns="0" anchor="b" anchorCtr="0">
            <a:noAutofit/>
          </a:bodyPr>
          <a:lstStyle>
            <a:lvl1pPr marL="457200" lvl="0" indent="-228600" algn="l">
              <a:lnSpc>
                <a:spcPct val="98000"/>
              </a:lnSpc>
              <a:spcBef>
                <a:spcPts val="0"/>
              </a:spcBef>
              <a:spcAft>
                <a:spcPts val="0"/>
              </a:spcAft>
              <a:buSzPts val="2400"/>
              <a:buNone/>
              <a:defRPr sz="2400" b="1"/>
            </a:lvl1pPr>
            <a:lvl2pPr marL="914400" lvl="1" indent="-228600" algn="l">
              <a:lnSpc>
                <a:spcPct val="98000"/>
              </a:lnSpc>
              <a:spcBef>
                <a:spcPts val="1425"/>
              </a:spcBef>
              <a:spcAft>
                <a:spcPts val="0"/>
              </a:spcAft>
              <a:buSzPts val="2000"/>
              <a:buNone/>
              <a:defRPr sz="2000" b="1"/>
            </a:lvl2pPr>
            <a:lvl3pPr marL="1371600" lvl="2" indent="-228600" algn="l">
              <a:lnSpc>
                <a:spcPct val="98000"/>
              </a:lnSpc>
              <a:spcBef>
                <a:spcPts val="1138"/>
              </a:spcBef>
              <a:spcAft>
                <a:spcPts val="0"/>
              </a:spcAft>
              <a:buSzPts val="1800"/>
              <a:buNone/>
              <a:defRPr sz="1800" b="1"/>
            </a:lvl3pPr>
            <a:lvl4pPr marL="1828800" lvl="3" indent="-228600" algn="l">
              <a:lnSpc>
                <a:spcPct val="98000"/>
              </a:lnSpc>
              <a:spcBef>
                <a:spcPts val="850"/>
              </a:spcBef>
              <a:spcAft>
                <a:spcPts val="0"/>
              </a:spcAft>
              <a:buSzPts val="1600"/>
              <a:buNone/>
              <a:defRPr sz="1600" b="1"/>
            </a:lvl4pPr>
            <a:lvl5pPr marL="2286000" lvl="4" indent="-228600" algn="l">
              <a:lnSpc>
                <a:spcPct val="98000"/>
              </a:lnSpc>
              <a:spcBef>
                <a:spcPts val="575"/>
              </a:spcBef>
              <a:spcAft>
                <a:spcPts val="0"/>
              </a:spcAft>
              <a:buSzPts val="1600"/>
              <a:buNone/>
              <a:defRPr sz="1600" b="1"/>
            </a:lvl5pPr>
            <a:lvl6pPr marL="2743200" lvl="5" indent="-228600" algn="l">
              <a:lnSpc>
                <a:spcPct val="98000"/>
              </a:lnSpc>
              <a:spcBef>
                <a:spcPts val="288"/>
              </a:spcBef>
              <a:spcAft>
                <a:spcPts val="0"/>
              </a:spcAft>
              <a:buSzPts val="1600"/>
              <a:buNone/>
              <a:defRPr sz="1600" b="1"/>
            </a:lvl6pPr>
            <a:lvl7pPr marL="3200400" lvl="6" indent="-228600" algn="l">
              <a:lnSpc>
                <a:spcPct val="98000"/>
              </a:lnSpc>
              <a:spcBef>
                <a:spcPts val="288"/>
              </a:spcBef>
              <a:spcAft>
                <a:spcPts val="0"/>
              </a:spcAft>
              <a:buSzPts val="1600"/>
              <a:buNone/>
              <a:defRPr sz="1600" b="1"/>
            </a:lvl7pPr>
            <a:lvl8pPr marL="3657600" lvl="7" indent="-228600" algn="l">
              <a:lnSpc>
                <a:spcPct val="98000"/>
              </a:lnSpc>
              <a:spcBef>
                <a:spcPts val="288"/>
              </a:spcBef>
              <a:spcAft>
                <a:spcPts val="0"/>
              </a:spcAft>
              <a:buSzPts val="1600"/>
              <a:buNone/>
              <a:defRPr sz="1600" b="1"/>
            </a:lvl8pPr>
            <a:lvl9pPr marL="4114800" lvl="8" indent="-228600" algn="l">
              <a:lnSpc>
                <a:spcPct val="98000"/>
              </a:lnSpc>
              <a:spcBef>
                <a:spcPts val="288"/>
              </a:spcBef>
              <a:spcAft>
                <a:spcPts val="288"/>
              </a:spcAft>
              <a:buSzPts val="1600"/>
              <a:buNone/>
              <a:defRPr sz="1600" b="1"/>
            </a:lvl9pPr>
          </a:lstStyle>
          <a:p>
            <a:endParaRPr/>
          </a:p>
        </p:txBody>
      </p:sp>
      <p:sp>
        <p:nvSpPr>
          <p:cNvPr id="87" name="Google Shape;87;p20"/>
          <p:cNvSpPr txBox="1">
            <a:spLocks noGrp="1"/>
          </p:cNvSpPr>
          <p:nvPr>
            <p:ph type="body" idx="2"/>
          </p:nvPr>
        </p:nvSpPr>
        <p:spPr>
          <a:xfrm>
            <a:off x="609600" y="2174875"/>
            <a:ext cx="5387975" cy="3951288"/>
          </a:xfrm>
          <a:prstGeom prst="rect">
            <a:avLst/>
          </a:prstGeom>
          <a:noFill/>
          <a:ln>
            <a:noFill/>
          </a:ln>
        </p:spPr>
        <p:txBody>
          <a:bodyPr spcFirstLastPara="1" wrap="square" lIns="0" tIns="4675" rIns="0" bIns="0" anchor="t" anchorCtr="0">
            <a:noAutofit/>
          </a:bodyPr>
          <a:lstStyle>
            <a:lvl1pPr marL="457200" lvl="0" indent="-228600" algn="l">
              <a:lnSpc>
                <a:spcPct val="98000"/>
              </a:lnSpc>
              <a:spcBef>
                <a:spcPts val="0"/>
              </a:spcBef>
              <a:spcAft>
                <a:spcPts val="0"/>
              </a:spcAft>
              <a:buSzPts val="1400"/>
              <a:buNone/>
              <a:defRPr sz="2400"/>
            </a:lvl1pPr>
            <a:lvl2pPr marL="914400" lvl="1" indent="-228600" algn="l">
              <a:lnSpc>
                <a:spcPct val="98000"/>
              </a:lnSpc>
              <a:spcBef>
                <a:spcPts val="1425"/>
              </a:spcBef>
              <a:spcAft>
                <a:spcPts val="0"/>
              </a:spcAft>
              <a:buSzPts val="1400"/>
              <a:buNone/>
              <a:defRPr sz="2000"/>
            </a:lvl2pPr>
            <a:lvl3pPr marL="1371600" lvl="2" indent="-228600" algn="l">
              <a:lnSpc>
                <a:spcPct val="98000"/>
              </a:lnSpc>
              <a:spcBef>
                <a:spcPts val="1138"/>
              </a:spcBef>
              <a:spcAft>
                <a:spcPts val="0"/>
              </a:spcAft>
              <a:buSzPts val="1400"/>
              <a:buNone/>
              <a:defRPr sz="1800"/>
            </a:lvl3pPr>
            <a:lvl4pPr marL="1828800" lvl="3" indent="-228600" algn="l">
              <a:lnSpc>
                <a:spcPct val="98000"/>
              </a:lnSpc>
              <a:spcBef>
                <a:spcPts val="850"/>
              </a:spcBef>
              <a:spcAft>
                <a:spcPts val="0"/>
              </a:spcAft>
              <a:buSzPts val="1400"/>
              <a:buNone/>
              <a:defRPr sz="1600"/>
            </a:lvl4pPr>
            <a:lvl5pPr marL="2286000" lvl="4" indent="-228600" algn="l">
              <a:lnSpc>
                <a:spcPct val="98000"/>
              </a:lnSpc>
              <a:spcBef>
                <a:spcPts val="575"/>
              </a:spcBef>
              <a:spcAft>
                <a:spcPts val="0"/>
              </a:spcAft>
              <a:buSzPts val="1400"/>
              <a:buNone/>
              <a:defRPr sz="1600"/>
            </a:lvl5pPr>
            <a:lvl6pPr marL="2743200" lvl="5" indent="-228600" algn="l">
              <a:lnSpc>
                <a:spcPct val="98000"/>
              </a:lnSpc>
              <a:spcBef>
                <a:spcPts val="288"/>
              </a:spcBef>
              <a:spcAft>
                <a:spcPts val="0"/>
              </a:spcAft>
              <a:buSzPts val="1400"/>
              <a:buNone/>
              <a:defRPr sz="1600"/>
            </a:lvl6pPr>
            <a:lvl7pPr marL="3200400" lvl="6" indent="-228600" algn="l">
              <a:lnSpc>
                <a:spcPct val="98000"/>
              </a:lnSpc>
              <a:spcBef>
                <a:spcPts val="288"/>
              </a:spcBef>
              <a:spcAft>
                <a:spcPts val="0"/>
              </a:spcAft>
              <a:buSzPts val="1400"/>
              <a:buNone/>
              <a:defRPr sz="1600"/>
            </a:lvl7pPr>
            <a:lvl8pPr marL="3657600" lvl="7" indent="-228600" algn="l">
              <a:lnSpc>
                <a:spcPct val="98000"/>
              </a:lnSpc>
              <a:spcBef>
                <a:spcPts val="288"/>
              </a:spcBef>
              <a:spcAft>
                <a:spcPts val="0"/>
              </a:spcAft>
              <a:buSzPts val="1400"/>
              <a:buNone/>
              <a:defRPr sz="1600"/>
            </a:lvl8pPr>
            <a:lvl9pPr marL="4114800" lvl="8" indent="-228600" algn="l">
              <a:lnSpc>
                <a:spcPct val="98000"/>
              </a:lnSpc>
              <a:spcBef>
                <a:spcPts val="288"/>
              </a:spcBef>
              <a:spcAft>
                <a:spcPts val="288"/>
              </a:spcAft>
              <a:buSzPts val="1400"/>
              <a:buNone/>
              <a:defRPr sz="1600"/>
            </a:lvl9pPr>
          </a:lstStyle>
          <a:p>
            <a:endParaRPr/>
          </a:p>
        </p:txBody>
      </p:sp>
      <p:sp>
        <p:nvSpPr>
          <p:cNvPr id="88" name="Google Shape;88;p20"/>
          <p:cNvSpPr txBox="1">
            <a:spLocks noGrp="1"/>
          </p:cNvSpPr>
          <p:nvPr>
            <p:ph type="body" idx="3"/>
          </p:nvPr>
        </p:nvSpPr>
        <p:spPr>
          <a:xfrm>
            <a:off x="6194425" y="1535113"/>
            <a:ext cx="5389563" cy="639762"/>
          </a:xfrm>
          <a:prstGeom prst="rect">
            <a:avLst/>
          </a:prstGeom>
          <a:noFill/>
          <a:ln>
            <a:noFill/>
          </a:ln>
        </p:spPr>
        <p:txBody>
          <a:bodyPr spcFirstLastPara="1" wrap="square" lIns="0" tIns="4675" rIns="0" bIns="0" anchor="b" anchorCtr="0">
            <a:noAutofit/>
          </a:bodyPr>
          <a:lstStyle>
            <a:lvl1pPr marL="457200" lvl="0" indent="-228600" algn="l">
              <a:lnSpc>
                <a:spcPct val="98000"/>
              </a:lnSpc>
              <a:spcBef>
                <a:spcPts val="0"/>
              </a:spcBef>
              <a:spcAft>
                <a:spcPts val="0"/>
              </a:spcAft>
              <a:buSzPts val="2400"/>
              <a:buNone/>
              <a:defRPr sz="2400" b="1"/>
            </a:lvl1pPr>
            <a:lvl2pPr marL="914400" lvl="1" indent="-228600" algn="l">
              <a:lnSpc>
                <a:spcPct val="98000"/>
              </a:lnSpc>
              <a:spcBef>
                <a:spcPts val="1425"/>
              </a:spcBef>
              <a:spcAft>
                <a:spcPts val="0"/>
              </a:spcAft>
              <a:buSzPts val="2000"/>
              <a:buNone/>
              <a:defRPr sz="2000" b="1"/>
            </a:lvl2pPr>
            <a:lvl3pPr marL="1371600" lvl="2" indent="-228600" algn="l">
              <a:lnSpc>
                <a:spcPct val="98000"/>
              </a:lnSpc>
              <a:spcBef>
                <a:spcPts val="1138"/>
              </a:spcBef>
              <a:spcAft>
                <a:spcPts val="0"/>
              </a:spcAft>
              <a:buSzPts val="1800"/>
              <a:buNone/>
              <a:defRPr sz="1800" b="1"/>
            </a:lvl3pPr>
            <a:lvl4pPr marL="1828800" lvl="3" indent="-228600" algn="l">
              <a:lnSpc>
                <a:spcPct val="98000"/>
              </a:lnSpc>
              <a:spcBef>
                <a:spcPts val="850"/>
              </a:spcBef>
              <a:spcAft>
                <a:spcPts val="0"/>
              </a:spcAft>
              <a:buSzPts val="1600"/>
              <a:buNone/>
              <a:defRPr sz="1600" b="1"/>
            </a:lvl4pPr>
            <a:lvl5pPr marL="2286000" lvl="4" indent="-228600" algn="l">
              <a:lnSpc>
                <a:spcPct val="98000"/>
              </a:lnSpc>
              <a:spcBef>
                <a:spcPts val="575"/>
              </a:spcBef>
              <a:spcAft>
                <a:spcPts val="0"/>
              </a:spcAft>
              <a:buSzPts val="1600"/>
              <a:buNone/>
              <a:defRPr sz="1600" b="1"/>
            </a:lvl5pPr>
            <a:lvl6pPr marL="2743200" lvl="5" indent="-228600" algn="l">
              <a:lnSpc>
                <a:spcPct val="98000"/>
              </a:lnSpc>
              <a:spcBef>
                <a:spcPts val="288"/>
              </a:spcBef>
              <a:spcAft>
                <a:spcPts val="0"/>
              </a:spcAft>
              <a:buSzPts val="1600"/>
              <a:buNone/>
              <a:defRPr sz="1600" b="1"/>
            </a:lvl6pPr>
            <a:lvl7pPr marL="3200400" lvl="6" indent="-228600" algn="l">
              <a:lnSpc>
                <a:spcPct val="98000"/>
              </a:lnSpc>
              <a:spcBef>
                <a:spcPts val="288"/>
              </a:spcBef>
              <a:spcAft>
                <a:spcPts val="0"/>
              </a:spcAft>
              <a:buSzPts val="1600"/>
              <a:buNone/>
              <a:defRPr sz="1600" b="1"/>
            </a:lvl7pPr>
            <a:lvl8pPr marL="3657600" lvl="7" indent="-228600" algn="l">
              <a:lnSpc>
                <a:spcPct val="98000"/>
              </a:lnSpc>
              <a:spcBef>
                <a:spcPts val="288"/>
              </a:spcBef>
              <a:spcAft>
                <a:spcPts val="0"/>
              </a:spcAft>
              <a:buSzPts val="1600"/>
              <a:buNone/>
              <a:defRPr sz="1600" b="1"/>
            </a:lvl8pPr>
            <a:lvl9pPr marL="4114800" lvl="8" indent="-228600" algn="l">
              <a:lnSpc>
                <a:spcPct val="98000"/>
              </a:lnSpc>
              <a:spcBef>
                <a:spcPts val="288"/>
              </a:spcBef>
              <a:spcAft>
                <a:spcPts val="288"/>
              </a:spcAft>
              <a:buSzPts val="1600"/>
              <a:buNone/>
              <a:defRPr sz="1600" b="1"/>
            </a:lvl9pPr>
          </a:lstStyle>
          <a:p>
            <a:endParaRPr/>
          </a:p>
        </p:txBody>
      </p:sp>
      <p:sp>
        <p:nvSpPr>
          <p:cNvPr id="89" name="Google Shape;89;p20"/>
          <p:cNvSpPr txBox="1">
            <a:spLocks noGrp="1"/>
          </p:cNvSpPr>
          <p:nvPr>
            <p:ph type="body" idx="4"/>
          </p:nvPr>
        </p:nvSpPr>
        <p:spPr>
          <a:xfrm>
            <a:off x="6194425" y="2174875"/>
            <a:ext cx="5389563" cy="3951288"/>
          </a:xfrm>
          <a:prstGeom prst="rect">
            <a:avLst/>
          </a:prstGeom>
          <a:noFill/>
          <a:ln>
            <a:noFill/>
          </a:ln>
        </p:spPr>
        <p:txBody>
          <a:bodyPr spcFirstLastPara="1" wrap="square" lIns="0" tIns="4675" rIns="0" bIns="0" anchor="t" anchorCtr="0">
            <a:noAutofit/>
          </a:bodyPr>
          <a:lstStyle>
            <a:lvl1pPr marL="457200" lvl="0" indent="-228600" algn="l">
              <a:lnSpc>
                <a:spcPct val="98000"/>
              </a:lnSpc>
              <a:spcBef>
                <a:spcPts val="0"/>
              </a:spcBef>
              <a:spcAft>
                <a:spcPts val="0"/>
              </a:spcAft>
              <a:buSzPts val="1400"/>
              <a:buNone/>
              <a:defRPr sz="2400"/>
            </a:lvl1pPr>
            <a:lvl2pPr marL="914400" lvl="1" indent="-228600" algn="l">
              <a:lnSpc>
                <a:spcPct val="98000"/>
              </a:lnSpc>
              <a:spcBef>
                <a:spcPts val="1425"/>
              </a:spcBef>
              <a:spcAft>
                <a:spcPts val="0"/>
              </a:spcAft>
              <a:buSzPts val="1400"/>
              <a:buNone/>
              <a:defRPr sz="2000"/>
            </a:lvl2pPr>
            <a:lvl3pPr marL="1371600" lvl="2" indent="-228600" algn="l">
              <a:lnSpc>
                <a:spcPct val="98000"/>
              </a:lnSpc>
              <a:spcBef>
                <a:spcPts val="1138"/>
              </a:spcBef>
              <a:spcAft>
                <a:spcPts val="0"/>
              </a:spcAft>
              <a:buSzPts val="1400"/>
              <a:buNone/>
              <a:defRPr sz="1800"/>
            </a:lvl3pPr>
            <a:lvl4pPr marL="1828800" lvl="3" indent="-228600" algn="l">
              <a:lnSpc>
                <a:spcPct val="98000"/>
              </a:lnSpc>
              <a:spcBef>
                <a:spcPts val="850"/>
              </a:spcBef>
              <a:spcAft>
                <a:spcPts val="0"/>
              </a:spcAft>
              <a:buSzPts val="1400"/>
              <a:buNone/>
              <a:defRPr sz="1600"/>
            </a:lvl4pPr>
            <a:lvl5pPr marL="2286000" lvl="4" indent="-228600" algn="l">
              <a:lnSpc>
                <a:spcPct val="98000"/>
              </a:lnSpc>
              <a:spcBef>
                <a:spcPts val="575"/>
              </a:spcBef>
              <a:spcAft>
                <a:spcPts val="0"/>
              </a:spcAft>
              <a:buSzPts val="1400"/>
              <a:buNone/>
              <a:defRPr sz="1600"/>
            </a:lvl5pPr>
            <a:lvl6pPr marL="2743200" lvl="5" indent="-228600" algn="l">
              <a:lnSpc>
                <a:spcPct val="98000"/>
              </a:lnSpc>
              <a:spcBef>
                <a:spcPts val="288"/>
              </a:spcBef>
              <a:spcAft>
                <a:spcPts val="0"/>
              </a:spcAft>
              <a:buSzPts val="1400"/>
              <a:buNone/>
              <a:defRPr sz="1600"/>
            </a:lvl6pPr>
            <a:lvl7pPr marL="3200400" lvl="6" indent="-228600" algn="l">
              <a:lnSpc>
                <a:spcPct val="98000"/>
              </a:lnSpc>
              <a:spcBef>
                <a:spcPts val="288"/>
              </a:spcBef>
              <a:spcAft>
                <a:spcPts val="0"/>
              </a:spcAft>
              <a:buSzPts val="1400"/>
              <a:buNone/>
              <a:defRPr sz="1600"/>
            </a:lvl7pPr>
            <a:lvl8pPr marL="3657600" lvl="7" indent="-228600" algn="l">
              <a:lnSpc>
                <a:spcPct val="98000"/>
              </a:lnSpc>
              <a:spcBef>
                <a:spcPts val="288"/>
              </a:spcBef>
              <a:spcAft>
                <a:spcPts val="0"/>
              </a:spcAft>
              <a:buSzPts val="1400"/>
              <a:buNone/>
              <a:defRPr sz="1600"/>
            </a:lvl8pPr>
            <a:lvl9pPr marL="4114800" lvl="8" indent="-228600" algn="l">
              <a:lnSpc>
                <a:spcPct val="98000"/>
              </a:lnSpc>
              <a:spcBef>
                <a:spcPts val="288"/>
              </a:spcBef>
              <a:spcAft>
                <a:spcPts val="288"/>
              </a:spcAft>
              <a:buSzPts val="1400"/>
              <a:buNone/>
              <a:defRPr sz="1600"/>
            </a:lvl9pPr>
          </a:lstStyle>
          <a:p>
            <a:endParaRPr/>
          </a:p>
        </p:txBody>
      </p:sp>
      <p:sp>
        <p:nvSpPr>
          <p:cNvPr id="90" name="Google Shape;90;p20"/>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0"/>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sldNum" idx="12"/>
          </p:nvPr>
        </p:nvSpPr>
        <p:spPr>
          <a:xfrm>
            <a:off x="531813" y="4529138"/>
            <a:ext cx="758825" cy="344487"/>
          </a:xfrm>
          <a:prstGeom prst="rect">
            <a:avLst/>
          </a:prstGeom>
          <a:noFill/>
          <a:ln>
            <a:noFill/>
          </a:ln>
        </p:spPr>
        <p:txBody>
          <a:bodyPr spcFirstLastPara="1" wrap="square" lIns="90000" tIns="45000" rIns="90000" bIns="45000" anchor="t" anchorCtr="0">
            <a:noAutofit/>
          </a:bodyPr>
          <a:lstStyle>
            <a:lvl1pPr marL="0" marR="0" lvl="0"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L="0" marR="0" lvl="1"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2pPr>
            <a:lvl3pPr marL="0" marR="0" lvl="2"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3pPr>
            <a:lvl4pPr marL="0" marR="0" lvl="3"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4pPr>
            <a:lvl5pPr marL="0" marR="0" lvl="4"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5pPr>
            <a:lvl6pPr marL="0" marR="0" lvl="5"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6pPr>
            <a:lvl7pPr marL="0" marR="0" lvl="6"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7pPr>
            <a:lvl8pPr marL="0" marR="0" lvl="7"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8pPr>
            <a:lvl9pPr marL="0" marR="0" lvl="8"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3"/>
        <p:cNvGrpSpPr/>
        <p:nvPr/>
      </p:nvGrpSpPr>
      <p:grpSpPr>
        <a:xfrm>
          <a:off x="0" y="0"/>
          <a:ext cx="0" cy="0"/>
          <a:chOff x="0" y="0"/>
          <a:chExt cx="0" cy="0"/>
        </a:xfrm>
      </p:grpSpPr>
      <p:sp>
        <p:nvSpPr>
          <p:cNvPr id="94" name="Google Shape;94;p21"/>
          <p:cNvSpPr txBox="1">
            <a:spLocks noGrp="1"/>
          </p:cNvSpPr>
          <p:nvPr>
            <p:ph type="title"/>
          </p:nvPr>
        </p:nvSpPr>
        <p:spPr>
          <a:xfrm>
            <a:off x="2589213" y="2514600"/>
            <a:ext cx="8894762" cy="2241550"/>
          </a:xfrm>
          <a:prstGeom prst="rect">
            <a:avLst/>
          </a:prstGeom>
          <a:noFill/>
          <a:ln>
            <a:noFill/>
          </a:ln>
        </p:spPr>
        <p:txBody>
          <a:bodyPr spcFirstLastPara="1" wrap="square" lIns="90000" tIns="45000" rIns="90000" bIns="45000" anchor="b"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95" name="Google Shape;95;p21"/>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21"/>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21"/>
          <p:cNvSpPr txBox="1">
            <a:spLocks noGrp="1"/>
          </p:cNvSpPr>
          <p:nvPr>
            <p:ph type="sldNum" idx="12"/>
          </p:nvPr>
        </p:nvSpPr>
        <p:spPr>
          <a:xfrm>
            <a:off x="531813" y="4529138"/>
            <a:ext cx="758825" cy="344487"/>
          </a:xfrm>
          <a:prstGeom prst="rect">
            <a:avLst/>
          </a:prstGeom>
          <a:noFill/>
          <a:ln>
            <a:noFill/>
          </a:ln>
        </p:spPr>
        <p:txBody>
          <a:bodyPr spcFirstLastPara="1" wrap="square" lIns="90000" tIns="45000" rIns="90000" bIns="45000" anchor="t" anchorCtr="0">
            <a:noAutofit/>
          </a:bodyPr>
          <a:lstStyle>
            <a:lvl1pPr marL="0" marR="0" lvl="0"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L="0" marR="0" lvl="1"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2pPr>
            <a:lvl3pPr marL="0" marR="0" lvl="2"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3pPr>
            <a:lvl4pPr marL="0" marR="0" lvl="3"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4pPr>
            <a:lvl5pPr marL="0" marR="0" lvl="4"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5pPr>
            <a:lvl6pPr marL="0" marR="0" lvl="5"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6pPr>
            <a:lvl7pPr marL="0" marR="0" lvl="6"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7pPr>
            <a:lvl8pPr marL="0" marR="0" lvl="7"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8pPr>
            <a:lvl9pPr marL="0" marR="0" lvl="8"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8"/>
        <p:cNvGrpSpPr/>
        <p:nvPr/>
      </p:nvGrpSpPr>
      <p:grpSpPr>
        <a:xfrm>
          <a:off x="0" y="0"/>
          <a:ext cx="0" cy="0"/>
          <a:chOff x="0" y="0"/>
          <a:chExt cx="0" cy="0"/>
        </a:xfrm>
      </p:grpSpPr>
      <p:sp>
        <p:nvSpPr>
          <p:cNvPr id="99" name="Google Shape;99;p22"/>
          <p:cNvSpPr txBox="1">
            <a:spLocks noGrp="1"/>
          </p:cNvSpPr>
          <p:nvPr>
            <p:ph type="title"/>
          </p:nvPr>
        </p:nvSpPr>
        <p:spPr>
          <a:xfrm>
            <a:off x="609600" y="273050"/>
            <a:ext cx="4011613" cy="1162050"/>
          </a:xfrm>
          <a:prstGeom prst="rect">
            <a:avLst/>
          </a:prstGeom>
          <a:noFill/>
          <a:ln>
            <a:noFill/>
          </a:ln>
        </p:spPr>
        <p:txBody>
          <a:bodyPr spcFirstLastPara="1" wrap="square" lIns="90000" tIns="45000" rIns="90000" bIns="45000" anchor="b" anchorCtr="0">
            <a:noAutofit/>
          </a:bodyPr>
          <a:lstStyle>
            <a:lvl1pPr lvl="0" algn="l">
              <a:lnSpc>
                <a:spcPct val="98000"/>
              </a:lnSpc>
              <a:spcBef>
                <a:spcPts val="0"/>
              </a:spcBef>
              <a:spcAft>
                <a:spcPts val="0"/>
              </a:spcAft>
              <a:buSzPts val="1400"/>
              <a:buNone/>
              <a:defRPr sz="2000" b="1"/>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100" name="Google Shape;100;p22"/>
          <p:cNvSpPr txBox="1">
            <a:spLocks noGrp="1"/>
          </p:cNvSpPr>
          <p:nvPr>
            <p:ph type="body" idx="1"/>
          </p:nvPr>
        </p:nvSpPr>
        <p:spPr>
          <a:xfrm>
            <a:off x="4767263" y="273050"/>
            <a:ext cx="6816725" cy="5853113"/>
          </a:xfrm>
          <a:prstGeom prst="rect">
            <a:avLst/>
          </a:prstGeom>
          <a:noFill/>
          <a:ln>
            <a:noFill/>
          </a:ln>
        </p:spPr>
        <p:txBody>
          <a:bodyPr spcFirstLastPara="1" wrap="square" lIns="0" tIns="4675" rIns="0" bIns="0" anchor="t" anchorCtr="0">
            <a:noAutofit/>
          </a:bodyPr>
          <a:lstStyle>
            <a:lvl1pPr marL="457200" lvl="0" indent="-228600" algn="l">
              <a:lnSpc>
                <a:spcPct val="98000"/>
              </a:lnSpc>
              <a:spcBef>
                <a:spcPts val="0"/>
              </a:spcBef>
              <a:spcAft>
                <a:spcPts val="0"/>
              </a:spcAft>
              <a:buSzPts val="1400"/>
              <a:buNone/>
              <a:defRPr sz="3200"/>
            </a:lvl1pPr>
            <a:lvl2pPr marL="914400" lvl="1" indent="-228600" algn="l">
              <a:lnSpc>
                <a:spcPct val="98000"/>
              </a:lnSpc>
              <a:spcBef>
                <a:spcPts val="1425"/>
              </a:spcBef>
              <a:spcAft>
                <a:spcPts val="0"/>
              </a:spcAft>
              <a:buSzPts val="1400"/>
              <a:buNone/>
              <a:defRPr sz="2800"/>
            </a:lvl2pPr>
            <a:lvl3pPr marL="1371600" lvl="2" indent="-228600" algn="l">
              <a:lnSpc>
                <a:spcPct val="98000"/>
              </a:lnSpc>
              <a:spcBef>
                <a:spcPts val="1138"/>
              </a:spcBef>
              <a:spcAft>
                <a:spcPts val="0"/>
              </a:spcAft>
              <a:buSzPts val="1400"/>
              <a:buNone/>
              <a:defRPr sz="2400"/>
            </a:lvl3pPr>
            <a:lvl4pPr marL="1828800" lvl="3" indent="-228600" algn="l">
              <a:lnSpc>
                <a:spcPct val="98000"/>
              </a:lnSpc>
              <a:spcBef>
                <a:spcPts val="850"/>
              </a:spcBef>
              <a:spcAft>
                <a:spcPts val="0"/>
              </a:spcAft>
              <a:buSzPts val="1400"/>
              <a:buNone/>
              <a:defRPr sz="2000"/>
            </a:lvl4pPr>
            <a:lvl5pPr marL="2286000" lvl="4" indent="-228600" algn="l">
              <a:lnSpc>
                <a:spcPct val="98000"/>
              </a:lnSpc>
              <a:spcBef>
                <a:spcPts val="575"/>
              </a:spcBef>
              <a:spcAft>
                <a:spcPts val="0"/>
              </a:spcAft>
              <a:buSzPts val="1400"/>
              <a:buNone/>
              <a:defRPr sz="2000"/>
            </a:lvl5pPr>
            <a:lvl6pPr marL="2743200" lvl="5" indent="-228600" algn="l">
              <a:lnSpc>
                <a:spcPct val="98000"/>
              </a:lnSpc>
              <a:spcBef>
                <a:spcPts val="288"/>
              </a:spcBef>
              <a:spcAft>
                <a:spcPts val="0"/>
              </a:spcAft>
              <a:buSzPts val="1400"/>
              <a:buNone/>
              <a:defRPr sz="2000"/>
            </a:lvl6pPr>
            <a:lvl7pPr marL="3200400" lvl="6" indent="-228600" algn="l">
              <a:lnSpc>
                <a:spcPct val="98000"/>
              </a:lnSpc>
              <a:spcBef>
                <a:spcPts val="288"/>
              </a:spcBef>
              <a:spcAft>
                <a:spcPts val="0"/>
              </a:spcAft>
              <a:buSzPts val="1400"/>
              <a:buNone/>
              <a:defRPr sz="2000"/>
            </a:lvl7pPr>
            <a:lvl8pPr marL="3657600" lvl="7" indent="-228600" algn="l">
              <a:lnSpc>
                <a:spcPct val="98000"/>
              </a:lnSpc>
              <a:spcBef>
                <a:spcPts val="288"/>
              </a:spcBef>
              <a:spcAft>
                <a:spcPts val="0"/>
              </a:spcAft>
              <a:buSzPts val="1400"/>
              <a:buNone/>
              <a:defRPr sz="2000"/>
            </a:lvl8pPr>
            <a:lvl9pPr marL="4114800" lvl="8" indent="-228600" algn="l">
              <a:lnSpc>
                <a:spcPct val="98000"/>
              </a:lnSpc>
              <a:spcBef>
                <a:spcPts val="288"/>
              </a:spcBef>
              <a:spcAft>
                <a:spcPts val="288"/>
              </a:spcAft>
              <a:buSzPts val="1400"/>
              <a:buNone/>
              <a:defRPr sz="2000"/>
            </a:lvl9pPr>
          </a:lstStyle>
          <a:p>
            <a:endParaRPr/>
          </a:p>
        </p:txBody>
      </p:sp>
      <p:sp>
        <p:nvSpPr>
          <p:cNvPr id="101" name="Google Shape;101;p22"/>
          <p:cNvSpPr txBox="1">
            <a:spLocks noGrp="1"/>
          </p:cNvSpPr>
          <p:nvPr>
            <p:ph type="body" idx="2"/>
          </p:nvPr>
        </p:nvSpPr>
        <p:spPr>
          <a:xfrm>
            <a:off x="609600" y="1435100"/>
            <a:ext cx="4011613" cy="4691063"/>
          </a:xfrm>
          <a:prstGeom prst="rect">
            <a:avLst/>
          </a:prstGeom>
          <a:noFill/>
          <a:ln>
            <a:noFill/>
          </a:ln>
        </p:spPr>
        <p:txBody>
          <a:bodyPr spcFirstLastPara="1" wrap="square" lIns="0" tIns="4675" rIns="0" bIns="0" anchor="t" anchorCtr="0">
            <a:noAutofit/>
          </a:bodyPr>
          <a:lstStyle>
            <a:lvl1pPr marL="457200" lvl="0" indent="-228600" algn="l">
              <a:lnSpc>
                <a:spcPct val="98000"/>
              </a:lnSpc>
              <a:spcBef>
                <a:spcPts val="0"/>
              </a:spcBef>
              <a:spcAft>
                <a:spcPts val="0"/>
              </a:spcAft>
              <a:buSzPts val="1400"/>
              <a:buNone/>
              <a:defRPr sz="1400"/>
            </a:lvl1pPr>
            <a:lvl2pPr marL="914400" lvl="1" indent="-228600" algn="l">
              <a:lnSpc>
                <a:spcPct val="98000"/>
              </a:lnSpc>
              <a:spcBef>
                <a:spcPts val="1425"/>
              </a:spcBef>
              <a:spcAft>
                <a:spcPts val="0"/>
              </a:spcAft>
              <a:buSzPts val="1200"/>
              <a:buNone/>
              <a:defRPr sz="1200"/>
            </a:lvl2pPr>
            <a:lvl3pPr marL="1371600" lvl="2" indent="-228600" algn="l">
              <a:lnSpc>
                <a:spcPct val="98000"/>
              </a:lnSpc>
              <a:spcBef>
                <a:spcPts val="1138"/>
              </a:spcBef>
              <a:spcAft>
                <a:spcPts val="0"/>
              </a:spcAft>
              <a:buSzPts val="1000"/>
              <a:buNone/>
              <a:defRPr sz="1000"/>
            </a:lvl3pPr>
            <a:lvl4pPr marL="1828800" lvl="3" indent="-228600" algn="l">
              <a:lnSpc>
                <a:spcPct val="98000"/>
              </a:lnSpc>
              <a:spcBef>
                <a:spcPts val="850"/>
              </a:spcBef>
              <a:spcAft>
                <a:spcPts val="0"/>
              </a:spcAft>
              <a:buSzPts val="900"/>
              <a:buNone/>
              <a:defRPr sz="900"/>
            </a:lvl4pPr>
            <a:lvl5pPr marL="2286000" lvl="4" indent="-228600" algn="l">
              <a:lnSpc>
                <a:spcPct val="98000"/>
              </a:lnSpc>
              <a:spcBef>
                <a:spcPts val="575"/>
              </a:spcBef>
              <a:spcAft>
                <a:spcPts val="0"/>
              </a:spcAft>
              <a:buSzPts val="900"/>
              <a:buNone/>
              <a:defRPr sz="900"/>
            </a:lvl5pPr>
            <a:lvl6pPr marL="2743200" lvl="5" indent="-228600" algn="l">
              <a:lnSpc>
                <a:spcPct val="98000"/>
              </a:lnSpc>
              <a:spcBef>
                <a:spcPts val="288"/>
              </a:spcBef>
              <a:spcAft>
                <a:spcPts val="0"/>
              </a:spcAft>
              <a:buSzPts val="900"/>
              <a:buNone/>
              <a:defRPr sz="900"/>
            </a:lvl6pPr>
            <a:lvl7pPr marL="3200400" lvl="6" indent="-228600" algn="l">
              <a:lnSpc>
                <a:spcPct val="98000"/>
              </a:lnSpc>
              <a:spcBef>
                <a:spcPts val="288"/>
              </a:spcBef>
              <a:spcAft>
                <a:spcPts val="0"/>
              </a:spcAft>
              <a:buSzPts val="900"/>
              <a:buNone/>
              <a:defRPr sz="900"/>
            </a:lvl7pPr>
            <a:lvl8pPr marL="3657600" lvl="7" indent="-228600" algn="l">
              <a:lnSpc>
                <a:spcPct val="98000"/>
              </a:lnSpc>
              <a:spcBef>
                <a:spcPts val="288"/>
              </a:spcBef>
              <a:spcAft>
                <a:spcPts val="0"/>
              </a:spcAft>
              <a:buSzPts val="900"/>
              <a:buNone/>
              <a:defRPr sz="900"/>
            </a:lvl8pPr>
            <a:lvl9pPr marL="4114800" lvl="8" indent="-228600" algn="l">
              <a:lnSpc>
                <a:spcPct val="98000"/>
              </a:lnSpc>
              <a:spcBef>
                <a:spcPts val="288"/>
              </a:spcBef>
              <a:spcAft>
                <a:spcPts val="288"/>
              </a:spcAft>
              <a:buSzPts val="900"/>
              <a:buNone/>
              <a:defRPr sz="900"/>
            </a:lvl9pPr>
          </a:lstStyle>
          <a:p>
            <a:endParaRPr/>
          </a:p>
        </p:txBody>
      </p:sp>
      <p:sp>
        <p:nvSpPr>
          <p:cNvPr id="102" name="Google Shape;102;p22"/>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22"/>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2"/>
          <p:cNvSpPr txBox="1">
            <a:spLocks noGrp="1"/>
          </p:cNvSpPr>
          <p:nvPr>
            <p:ph type="sldNum" idx="12"/>
          </p:nvPr>
        </p:nvSpPr>
        <p:spPr>
          <a:xfrm>
            <a:off x="531813" y="4529138"/>
            <a:ext cx="758825" cy="344487"/>
          </a:xfrm>
          <a:prstGeom prst="rect">
            <a:avLst/>
          </a:prstGeom>
          <a:noFill/>
          <a:ln>
            <a:noFill/>
          </a:ln>
        </p:spPr>
        <p:txBody>
          <a:bodyPr spcFirstLastPara="1" wrap="square" lIns="90000" tIns="45000" rIns="90000" bIns="45000" anchor="t" anchorCtr="0">
            <a:noAutofit/>
          </a:bodyPr>
          <a:lstStyle>
            <a:lvl1pPr marL="0" marR="0" lvl="0"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L="0" marR="0" lvl="1"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2pPr>
            <a:lvl3pPr marL="0" marR="0" lvl="2"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3pPr>
            <a:lvl4pPr marL="0" marR="0" lvl="3"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4pPr>
            <a:lvl5pPr marL="0" marR="0" lvl="4"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5pPr>
            <a:lvl6pPr marL="0" marR="0" lvl="5"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6pPr>
            <a:lvl7pPr marL="0" marR="0" lvl="6"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7pPr>
            <a:lvl8pPr marL="0" marR="0" lvl="7"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8pPr>
            <a:lvl9pPr marL="0" marR="0" lvl="8"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05"/>
        <p:cNvGrpSpPr/>
        <p:nvPr/>
      </p:nvGrpSpPr>
      <p:grpSpPr>
        <a:xfrm>
          <a:off x="0" y="0"/>
          <a:ext cx="0" cy="0"/>
          <a:chOff x="0" y="0"/>
          <a:chExt cx="0" cy="0"/>
        </a:xfrm>
      </p:grpSpPr>
      <p:sp>
        <p:nvSpPr>
          <p:cNvPr id="106" name="Google Shape;106;p23"/>
          <p:cNvSpPr txBox="1">
            <a:spLocks noGrp="1"/>
          </p:cNvSpPr>
          <p:nvPr>
            <p:ph type="title"/>
          </p:nvPr>
        </p:nvSpPr>
        <p:spPr>
          <a:xfrm>
            <a:off x="2390775" y="4800600"/>
            <a:ext cx="7315200" cy="566738"/>
          </a:xfrm>
          <a:prstGeom prst="rect">
            <a:avLst/>
          </a:prstGeom>
          <a:noFill/>
          <a:ln>
            <a:noFill/>
          </a:ln>
        </p:spPr>
        <p:txBody>
          <a:bodyPr spcFirstLastPara="1" wrap="square" lIns="90000" tIns="45000" rIns="90000" bIns="45000" anchor="b" anchorCtr="0">
            <a:noAutofit/>
          </a:bodyPr>
          <a:lstStyle>
            <a:lvl1pPr lvl="0" algn="l">
              <a:lnSpc>
                <a:spcPct val="98000"/>
              </a:lnSpc>
              <a:spcBef>
                <a:spcPts val="0"/>
              </a:spcBef>
              <a:spcAft>
                <a:spcPts val="0"/>
              </a:spcAft>
              <a:buSzPts val="1400"/>
              <a:buNone/>
              <a:defRPr sz="2000" b="1"/>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107" name="Google Shape;107;p23"/>
          <p:cNvSpPr>
            <a:spLocks noGrp="1"/>
          </p:cNvSpPr>
          <p:nvPr>
            <p:ph type="pic" idx="2"/>
          </p:nvPr>
        </p:nvSpPr>
        <p:spPr>
          <a:xfrm>
            <a:off x="2390775" y="612775"/>
            <a:ext cx="7315200" cy="4114800"/>
          </a:xfrm>
          <a:prstGeom prst="rect">
            <a:avLst/>
          </a:prstGeom>
          <a:noFill/>
          <a:ln>
            <a:noFill/>
          </a:ln>
        </p:spPr>
      </p:sp>
      <p:sp>
        <p:nvSpPr>
          <p:cNvPr id="108" name="Google Shape;108;p23"/>
          <p:cNvSpPr txBox="1">
            <a:spLocks noGrp="1"/>
          </p:cNvSpPr>
          <p:nvPr>
            <p:ph type="body" idx="1"/>
          </p:nvPr>
        </p:nvSpPr>
        <p:spPr>
          <a:xfrm>
            <a:off x="2390775" y="5367338"/>
            <a:ext cx="7315200" cy="804862"/>
          </a:xfrm>
          <a:prstGeom prst="rect">
            <a:avLst/>
          </a:prstGeom>
          <a:noFill/>
          <a:ln>
            <a:noFill/>
          </a:ln>
        </p:spPr>
        <p:txBody>
          <a:bodyPr spcFirstLastPara="1" wrap="square" lIns="0" tIns="4675" rIns="0" bIns="0" anchor="t" anchorCtr="0">
            <a:noAutofit/>
          </a:bodyPr>
          <a:lstStyle>
            <a:lvl1pPr marL="457200" lvl="0" indent="-228600" algn="l">
              <a:lnSpc>
                <a:spcPct val="98000"/>
              </a:lnSpc>
              <a:spcBef>
                <a:spcPts val="0"/>
              </a:spcBef>
              <a:spcAft>
                <a:spcPts val="0"/>
              </a:spcAft>
              <a:buSzPts val="1400"/>
              <a:buNone/>
              <a:defRPr sz="1400"/>
            </a:lvl1pPr>
            <a:lvl2pPr marL="914400" lvl="1" indent="-228600" algn="l">
              <a:lnSpc>
                <a:spcPct val="98000"/>
              </a:lnSpc>
              <a:spcBef>
                <a:spcPts val="1425"/>
              </a:spcBef>
              <a:spcAft>
                <a:spcPts val="0"/>
              </a:spcAft>
              <a:buSzPts val="1200"/>
              <a:buNone/>
              <a:defRPr sz="1200"/>
            </a:lvl2pPr>
            <a:lvl3pPr marL="1371600" lvl="2" indent="-228600" algn="l">
              <a:lnSpc>
                <a:spcPct val="98000"/>
              </a:lnSpc>
              <a:spcBef>
                <a:spcPts val="1138"/>
              </a:spcBef>
              <a:spcAft>
                <a:spcPts val="0"/>
              </a:spcAft>
              <a:buSzPts val="1000"/>
              <a:buNone/>
              <a:defRPr sz="1000"/>
            </a:lvl3pPr>
            <a:lvl4pPr marL="1828800" lvl="3" indent="-228600" algn="l">
              <a:lnSpc>
                <a:spcPct val="98000"/>
              </a:lnSpc>
              <a:spcBef>
                <a:spcPts val="850"/>
              </a:spcBef>
              <a:spcAft>
                <a:spcPts val="0"/>
              </a:spcAft>
              <a:buSzPts val="900"/>
              <a:buNone/>
              <a:defRPr sz="900"/>
            </a:lvl4pPr>
            <a:lvl5pPr marL="2286000" lvl="4" indent="-228600" algn="l">
              <a:lnSpc>
                <a:spcPct val="98000"/>
              </a:lnSpc>
              <a:spcBef>
                <a:spcPts val="575"/>
              </a:spcBef>
              <a:spcAft>
                <a:spcPts val="0"/>
              </a:spcAft>
              <a:buSzPts val="900"/>
              <a:buNone/>
              <a:defRPr sz="900"/>
            </a:lvl5pPr>
            <a:lvl6pPr marL="2743200" lvl="5" indent="-228600" algn="l">
              <a:lnSpc>
                <a:spcPct val="98000"/>
              </a:lnSpc>
              <a:spcBef>
                <a:spcPts val="288"/>
              </a:spcBef>
              <a:spcAft>
                <a:spcPts val="0"/>
              </a:spcAft>
              <a:buSzPts val="900"/>
              <a:buNone/>
              <a:defRPr sz="900"/>
            </a:lvl6pPr>
            <a:lvl7pPr marL="3200400" lvl="6" indent="-228600" algn="l">
              <a:lnSpc>
                <a:spcPct val="98000"/>
              </a:lnSpc>
              <a:spcBef>
                <a:spcPts val="288"/>
              </a:spcBef>
              <a:spcAft>
                <a:spcPts val="0"/>
              </a:spcAft>
              <a:buSzPts val="900"/>
              <a:buNone/>
              <a:defRPr sz="900"/>
            </a:lvl7pPr>
            <a:lvl8pPr marL="3657600" lvl="7" indent="-228600" algn="l">
              <a:lnSpc>
                <a:spcPct val="98000"/>
              </a:lnSpc>
              <a:spcBef>
                <a:spcPts val="288"/>
              </a:spcBef>
              <a:spcAft>
                <a:spcPts val="0"/>
              </a:spcAft>
              <a:buSzPts val="900"/>
              <a:buNone/>
              <a:defRPr sz="900"/>
            </a:lvl8pPr>
            <a:lvl9pPr marL="4114800" lvl="8" indent="-228600" algn="l">
              <a:lnSpc>
                <a:spcPct val="98000"/>
              </a:lnSpc>
              <a:spcBef>
                <a:spcPts val="288"/>
              </a:spcBef>
              <a:spcAft>
                <a:spcPts val="288"/>
              </a:spcAft>
              <a:buSzPts val="900"/>
              <a:buNone/>
              <a:defRPr sz="900"/>
            </a:lvl9pPr>
          </a:lstStyle>
          <a:p>
            <a:endParaRPr/>
          </a:p>
        </p:txBody>
      </p:sp>
      <p:sp>
        <p:nvSpPr>
          <p:cNvPr id="109" name="Google Shape;109;p23"/>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23"/>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3"/>
          <p:cNvSpPr txBox="1">
            <a:spLocks noGrp="1"/>
          </p:cNvSpPr>
          <p:nvPr>
            <p:ph type="sldNum" idx="12"/>
          </p:nvPr>
        </p:nvSpPr>
        <p:spPr>
          <a:xfrm>
            <a:off x="531813" y="4529138"/>
            <a:ext cx="758825" cy="344487"/>
          </a:xfrm>
          <a:prstGeom prst="rect">
            <a:avLst/>
          </a:prstGeom>
          <a:noFill/>
          <a:ln>
            <a:noFill/>
          </a:ln>
        </p:spPr>
        <p:txBody>
          <a:bodyPr spcFirstLastPara="1" wrap="square" lIns="90000" tIns="45000" rIns="90000" bIns="45000" anchor="t" anchorCtr="0">
            <a:noAutofit/>
          </a:bodyPr>
          <a:lstStyle>
            <a:lvl1pPr marL="0" marR="0" lvl="0"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L="0" marR="0" lvl="1"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2pPr>
            <a:lvl3pPr marL="0" marR="0" lvl="2"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3pPr>
            <a:lvl4pPr marL="0" marR="0" lvl="3"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4pPr>
            <a:lvl5pPr marL="0" marR="0" lvl="4"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5pPr>
            <a:lvl6pPr marL="0" marR="0" lvl="5"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6pPr>
            <a:lvl7pPr marL="0" marR="0" lvl="6"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7pPr>
            <a:lvl8pPr marL="0" marR="0" lvl="7"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8pPr>
            <a:lvl9pPr marL="0" marR="0" lvl="8"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2"/>
        <p:cNvGrpSpPr/>
        <p:nvPr/>
      </p:nvGrpSpPr>
      <p:grpSpPr>
        <a:xfrm>
          <a:off x="0" y="0"/>
          <a:ext cx="0" cy="0"/>
          <a:chOff x="0" y="0"/>
          <a:chExt cx="0" cy="0"/>
        </a:xfrm>
      </p:grpSpPr>
      <p:sp>
        <p:nvSpPr>
          <p:cNvPr id="113" name="Google Shape;113;p24"/>
          <p:cNvSpPr txBox="1">
            <a:spLocks noGrp="1"/>
          </p:cNvSpPr>
          <p:nvPr>
            <p:ph type="title"/>
          </p:nvPr>
        </p:nvSpPr>
        <p:spPr>
          <a:xfrm>
            <a:off x="2589213" y="2514600"/>
            <a:ext cx="8894762" cy="2241550"/>
          </a:xfrm>
          <a:prstGeom prst="rect">
            <a:avLst/>
          </a:prstGeom>
          <a:noFill/>
          <a:ln>
            <a:noFill/>
          </a:ln>
        </p:spPr>
        <p:txBody>
          <a:bodyPr spcFirstLastPara="1" wrap="square" lIns="90000" tIns="45000" rIns="90000" bIns="45000" anchor="b"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114" name="Google Shape;114;p24"/>
          <p:cNvSpPr txBox="1">
            <a:spLocks noGrp="1"/>
          </p:cNvSpPr>
          <p:nvPr>
            <p:ph type="body" idx="1"/>
          </p:nvPr>
        </p:nvSpPr>
        <p:spPr>
          <a:xfrm rot="5400000">
            <a:off x="3833019" y="-1618456"/>
            <a:ext cx="4505325" cy="10952163"/>
          </a:xfrm>
          <a:prstGeom prst="rect">
            <a:avLst/>
          </a:prstGeom>
          <a:noFill/>
          <a:ln>
            <a:noFill/>
          </a:ln>
        </p:spPr>
        <p:txBody>
          <a:bodyPr spcFirstLastPara="1" wrap="square" lIns="0" tIns="4675" rIns="0" bIns="0" anchor="t" anchorCtr="0">
            <a:noAutofit/>
          </a:bodyPr>
          <a:lstStyle>
            <a:lvl1pPr marL="457200" lvl="0" indent="-228600" algn="l">
              <a:lnSpc>
                <a:spcPct val="98000"/>
              </a:lnSpc>
              <a:spcBef>
                <a:spcPts val="0"/>
              </a:spcBef>
              <a:spcAft>
                <a:spcPts val="0"/>
              </a:spcAft>
              <a:buSzPts val="1400"/>
              <a:buNone/>
              <a:defRPr/>
            </a:lvl1pPr>
            <a:lvl2pPr marL="914400" lvl="1" indent="-228600" algn="l">
              <a:lnSpc>
                <a:spcPct val="98000"/>
              </a:lnSpc>
              <a:spcBef>
                <a:spcPts val="1425"/>
              </a:spcBef>
              <a:spcAft>
                <a:spcPts val="0"/>
              </a:spcAft>
              <a:buSzPts val="1400"/>
              <a:buNone/>
              <a:defRPr/>
            </a:lvl2pPr>
            <a:lvl3pPr marL="1371600" lvl="2" indent="-228600" algn="l">
              <a:lnSpc>
                <a:spcPct val="98000"/>
              </a:lnSpc>
              <a:spcBef>
                <a:spcPts val="1138"/>
              </a:spcBef>
              <a:spcAft>
                <a:spcPts val="0"/>
              </a:spcAft>
              <a:buSzPts val="1400"/>
              <a:buNone/>
              <a:defRPr/>
            </a:lvl3pPr>
            <a:lvl4pPr marL="1828800" lvl="3" indent="-228600" algn="l">
              <a:lnSpc>
                <a:spcPct val="98000"/>
              </a:lnSpc>
              <a:spcBef>
                <a:spcPts val="850"/>
              </a:spcBef>
              <a:spcAft>
                <a:spcPts val="0"/>
              </a:spcAft>
              <a:buSzPts val="1400"/>
              <a:buNone/>
              <a:defRPr/>
            </a:lvl4pPr>
            <a:lvl5pPr marL="2286000" lvl="4" indent="-228600" algn="l">
              <a:lnSpc>
                <a:spcPct val="98000"/>
              </a:lnSpc>
              <a:spcBef>
                <a:spcPts val="575"/>
              </a:spcBef>
              <a:spcAft>
                <a:spcPts val="0"/>
              </a:spcAft>
              <a:buSzPts val="1400"/>
              <a:buNone/>
              <a:defRPr/>
            </a:lvl5pPr>
            <a:lvl6pPr marL="2743200" lvl="5" indent="-228600" algn="l">
              <a:lnSpc>
                <a:spcPct val="98000"/>
              </a:lnSpc>
              <a:spcBef>
                <a:spcPts val="288"/>
              </a:spcBef>
              <a:spcAft>
                <a:spcPts val="0"/>
              </a:spcAft>
              <a:buSzPts val="1400"/>
              <a:buNone/>
              <a:defRPr/>
            </a:lvl6pPr>
            <a:lvl7pPr marL="3200400" lvl="6" indent="-228600" algn="l">
              <a:lnSpc>
                <a:spcPct val="98000"/>
              </a:lnSpc>
              <a:spcBef>
                <a:spcPts val="288"/>
              </a:spcBef>
              <a:spcAft>
                <a:spcPts val="0"/>
              </a:spcAft>
              <a:buSzPts val="1400"/>
              <a:buNone/>
              <a:defRPr/>
            </a:lvl7pPr>
            <a:lvl8pPr marL="3657600" lvl="7" indent="-228600" algn="l">
              <a:lnSpc>
                <a:spcPct val="98000"/>
              </a:lnSpc>
              <a:spcBef>
                <a:spcPts val="288"/>
              </a:spcBef>
              <a:spcAft>
                <a:spcPts val="0"/>
              </a:spcAft>
              <a:buSzPts val="1400"/>
              <a:buNone/>
              <a:defRPr/>
            </a:lvl8pPr>
            <a:lvl9pPr marL="4114800" lvl="8" indent="-228600" algn="l">
              <a:lnSpc>
                <a:spcPct val="98000"/>
              </a:lnSpc>
              <a:spcBef>
                <a:spcPts val="288"/>
              </a:spcBef>
              <a:spcAft>
                <a:spcPts val="288"/>
              </a:spcAft>
              <a:buSzPts val="1400"/>
              <a:buNone/>
              <a:defRPr/>
            </a:lvl9pPr>
          </a:lstStyle>
          <a:p>
            <a:endParaRPr/>
          </a:p>
        </p:txBody>
      </p:sp>
      <p:sp>
        <p:nvSpPr>
          <p:cNvPr id="115" name="Google Shape;115;p24"/>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24"/>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24"/>
          <p:cNvSpPr txBox="1">
            <a:spLocks noGrp="1"/>
          </p:cNvSpPr>
          <p:nvPr>
            <p:ph type="sldNum" idx="12"/>
          </p:nvPr>
        </p:nvSpPr>
        <p:spPr>
          <a:xfrm>
            <a:off x="531813" y="4529138"/>
            <a:ext cx="758825" cy="344487"/>
          </a:xfrm>
          <a:prstGeom prst="rect">
            <a:avLst/>
          </a:prstGeom>
          <a:noFill/>
          <a:ln>
            <a:noFill/>
          </a:ln>
        </p:spPr>
        <p:txBody>
          <a:bodyPr spcFirstLastPara="1" wrap="square" lIns="90000" tIns="45000" rIns="90000" bIns="45000" anchor="t" anchorCtr="0">
            <a:noAutofit/>
          </a:bodyPr>
          <a:lstStyle>
            <a:lvl1pPr marL="0" marR="0" lvl="0"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L="0" marR="0" lvl="1"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2pPr>
            <a:lvl3pPr marL="0" marR="0" lvl="2"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3pPr>
            <a:lvl4pPr marL="0" marR="0" lvl="3"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4pPr>
            <a:lvl5pPr marL="0" marR="0" lvl="4"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5pPr>
            <a:lvl6pPr marL="0" marR="0" lvl="5"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6pPr>
            <a:lvl7pPr marL="0" marR="0" lvl="6"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7pPr>
            <a:lvl8pPr marL="0" marR="0" lvl="7"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8pPr>
            <a:lvl9pPr marL="0" marR="0" lvl="8"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18"/>
        <p:cNvGrpSpPr/>
        <p:nvPr/>
      </p:nvGrpSpPr>
      <p:grpSpPr>
        <a:xfrm>
          <a:off x="0" y="0"/>
          <a:ext cx="0" cy="0"/>
          <a:chOff x="0" y="0"/>
          <a:chExt cx="0" cy="0"/>
        </a:xfrm>
      </p:grpSpPr>
      <p:sp>
        <p:nvSpPr>
          <p:cNvPr id="119" name="Google Shape;119;p25"/>
          <p:cNvSpPr txBox="1">
            <a:spLocks noGrp="1"/>
          </p:cNvSpPr>
          <p:nvPr>
            <p:ph type="title"/>
          </p:nvPr>
        </p:nvSpPr>
        <p:spPr>
          <a:xfrm rot="5400000">
            <a:off x="7940676" y="2489200"/>
            <a:ext cx="4505325" cy="2736850"/>
          </a:xfrm>
          <a:prstGeom prst="rect">
            <a:avLst/>
          </a:prstGeom>
          <a:noFill/>
          <a:ln>
            <a:noFill/>
          </a:ln>
        </p:spPr>
        <p:txBody>
          <a:bodyPr spcFirstLastPara="1" wrap="square" lIns="90000" tIns="45000" rIns="90000" bIns="45000" anchor="b"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120" name="Google Shape;120;p25"/>
          <p:cNvSpPr txBox="1">
            <a:spLocks noGrp="1"/>
          </p:cNvSpPr>
          <p:nvPr>
            <p:ph type="body" idx="1"/>
          </p:nvPr>
        </p:nvSpPr>
        <p:spPr>
          <a:xfrm rot="5400000">
            <a:off x="2388394" y="-173831"/>
            <a:ext cx="4505325" cy="8062913"/>
          </a:xfrm>
          <a:prstGeom prst="rect">
            <a:avLst/>
          </a:prstGeom>
          <a:noFill/>
          <a:ln>
            <a:noFill/>
          </a:ln>
        </p:spPr>
        <p:txBody>
          <a:bodyPr spcFirstLastPara="1" wrap="square" lIns="0" tIns="4675" rIns="0" bIns="0" anchor="t" anchorCtr="0">
            <a:noAutofit/>
          </a:bodyPr>
          <a:lstStyle>
            <a:lvl1pPr marL="457200" lvl="0" indent="-228600" algn="l">
              <a:lnSpc>
                <a:spcPct val="98000"/>
              </a:lnSpc>
              <a:spcBef>
                <a:spcPts val="0"/>
              </a:spcBef>
              <a:spcAft>
                <a:spcPts val="0"/>
              </a:spcAft>
              <a:buSzPts val="1400"/>
              <a:buNone/>
              <a:defRPr/>
            </a:lvl1pPr>
            <a:lvl2pPr marL="914400" lvl="1" indent="-228600" algn="l">
              <a:lnSpc>
                <a:spcPct val="98000"/>
              </a:lnSpc>
              <a:spcBef>
                <a:spcPts val="1425"/>
              </a:spcBef>
              <a:spcAft>
                <a:spcPts val="0"/>
              </a:spcAft>
              <a:buSzPts val="1400"/>
              <a:buNone/>
              <a:defRPr/>
            </a:lvl2pPr>
            <a:lvl3pPr marL="1371600" lvl="2" indent="-228600" algn="l">
              <a:lnSpc>
                <a:spcPct val="98000"/>
              </a:lnSpc>
              <a:spcBef>
                <a:spcPts val="1138"/>
              </a:spcBef>
              <a:spcAft>
                <a:spcPts val="0"/>
              </a:spcAft>
              <a:buSzPts val="1400"/>
              <a:buNone/>
              <a:defRPr/>
            </a:lvl3pPr>
            <a:lvl4pPr marL="1828800" lvl="3" indent="-228600" algn="l">
              <a:lnSpc>
                <a:spcPct val="98000"/>
              </a:lnSpc>
              <a:spcBef>
                <a:spcPts val="850"/>
              </a:spcBef>
              <a:spcAft>
                <a:spcPts val="0"/>
              </a:spcAft>
              <a:buSzPts val="1400"/>
              <a:buNone/>
              <a:defRPr/>
            </a:lvl4pPr>
            <a:lvl5pPr marL="2286000" lvl="4" indent="-228600" algn="l">
              <a:lnSpc>
                <a:spcPct val="98000"/>
              </a:lnSpc>
              <a:spcBef>
                <a:spcPts val="575"/>
              </a:spcBef>
              <a:spcAft>
                <a:spcPts val="0"/>
              </a:spcAft>
              <a:buSzPts val="1400"/>
              <a:buNone/>
              <a:defRPr/>
            </a:lvl5pPr>
            <a:lvl6pPr marL="2743200" lvl="5" indent="-228600" algn="l">
              <a:lnSpc>
                <a:spcPct val="98000"/>
              </a:lnSpc>
              <a:spcBef>
                <a:spcPts val="288"/>
              </a:spcBef>
              <a:spcAft>
                <a:spcPts val="0"/>
              </a:spcAft>
              <a:buSzPts val="1400"/>
              <a:buNone/>
              <a:defRPr/>
            </a:lvl6pPr>
            <a:lvl7pPr marL="3200400" lvl="6" indent="-228600" algn="l">
              <a:lnSpc>
                <a:spcPct val="98000"/>
              </a:lnSpc>
              <a:spcBef>
                <a:spcPts val="288"/>
              </a:spcBef>
              <a:spcAft>
                <a:spcPts val="0"/>
              </a:spcAft>
              <a:buSzPts val="1400"/>
              <a:buNone/>
              <a:defRPr/>
            </a:lvl7pPr>
            <a:lvl8pPr marL="3657600" lvl="7" indent="-228600" algn="l">
              <a:lnSpc>
                <a:spcPct val="98000"/>
              </a:lnSpc>
              <a:spcBef>
                <a:spcPts val="288"/>
              </a:spcBef>
              <a:spcAft>
                <a:spcPts val="0"/>
              </a:spcAft>
              <a:buSzPts val="1400"/>
              <a:buNone/>
              <a:defRPr/>
            </a:lvl8pPr>
            <a:lvl9pPr marL="4114800" lvl="8" indent="-228600" algn="l">
              <a:lnSpc>
                <a:spcPct val="98000"/>
              </a:lnSpc>
              <a:spcBef>
                <a:spcPts val="288"/>
              </a:spcBef>
              <a:spcAft>
                <a:spcPts val="288"/>
              </a:spcAft>
              <a:buSzPts val="1400"/>
              <a:buNone/>
              <a:defRPr/>
            </a:lvl9pPr>
          </a:lstStyle>
          <a:p>
            <a:endParaRPr/>
          </a:p>
        </p:txBody>
      </p:sp>
      <p:sp>
        <p:nvSpPr>
          <p:cNvPr id="121" name="Google Shape;121;p25"/>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25"/>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93000"/>
              </a:lnSpc>
              <a:spcBef>
                <a:spcPts val="0"/>
              </a:spcBef>
              <a:spcAft>
                <a:spcPts val="0"/>
              </a:spcAft>
              <a:buSzPts val="18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3" name="Google Shape;123;p25"/>
          <p:cNvSpPr txBox="1">
            <a:spLocks noGrp="1"/>
          </p:cNvSpPr>
          <p:nvPr>
            <p:ph type="sldNum" idx="12"/>
          </p:nvPr>
        </p:nvSpPr>
        <p:spPr>
          <a:xfrm>
            <a:off x="531813" y="4529138"/>
            <a:ext cx="758825" cy="344487"/>
          </a:xfrm>
          <a:prstGeom prst="rect">
            <a:avLst/>
          </a:prstGeom>
          <a:noFill/>
          <a:ln>
            <a:noFill/>
          </a:ln>
        </p:spPr>
        <p:txBody>
          <a:bodyPr spcFirstLastPara="1" wrap="square" lIns="90000" tIns="45000" rIns="90000" bIns="45000" anchor="t" anchorCtr="0">
            <a:noAutofit/>
          </a:bodyPr>
          <a:lstStyle>
            <a:lvl1pPr marL="0" marR="0" lvl="0"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L="0" marR="0" lvl="1"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2pPr>
            <a:lvl3pPr marL="0" marR="0" lvl="2"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3pPr>
            <a:lvl4pPr marL="0" marR="0" lvl="3"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4pPr>
            <a:lvl5pPr marL="0" marR="0" lvl="4"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5pPr>
            <a:lvl6pPr marL="0" marR="0" lvl="5"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6pPr>
            <a:lvl7pPr marL="0" marR="0" lvl="6"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7pPr>
            <a:lvl8pPr marL="0" marR="0" lvl="7"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8pPr>
            <a:lvl9pPr marL="0" marR="0" lvl="8" indent="0" algn="l">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8"/>
        <p:cNvGrpSpPr/>
        <p:nvPr/>
      </p:nvGrpSpPr>
      <p:grpSpPr>
        <a:xfrm>
          <a:off x="0" y="0"/>
          <a:ext cx="0" cy="0"/>
          <a:chOff x="0" y="0"/>
          <a:chExt cx="0" cy="0"/>
        </a:xfrm>
      </p:grpSpPr>
      <p:sp>
        <p:nvSpPr>
          <p:cNvPr id="159" name="Google Shape;159;p15"/>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0" name="Google Shape;160;p15"/>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15"/>
          <p:cNvSpPr txBox="1">
            <a:spLocks noGrp="1"/>
          </p:cNvSpPr>
          <p:nvPr>
            <p:ph type="sldNum" idx="12"/>
          </p:nvPr>
        </p:nvSpPr>
        <p:spPr>
          <a:xfrm>
            <a:off x="531813" y="787400"/>
            <a:ext cx="758825" cy="344488"/>
          </a:xfrm>
          <a:prstGeom prst="rect">
            <a:avLst/>
          </a:prstGeom>
          <a:noFill/>
          <a:ln>
            <a:noFill/>
          </a:ln>
        </p:spPr>
        <p:txBody>
          <a:bodyPr spcFirstLastPara="1" wrap="square" lIns="90000" tIns="45000" rIns="90000" bIns="45000" anchor="t" anchorCtr="0">
            <a:noAutofit/>
          </a:bodyPr>
          <a:lstStyle>
            <a:lvl1pPr marL="0" marR="0" lvl="0"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L="0" marR="0" lvl="1"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2pPr>
            <a:lvl3pPr marL="0" marR="0" lvl="2"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3pPr>
            <a:lvl4pPr marL="0" marR="0" lvl="3"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4pPr>
            <a:lvl5pPr marL="0" marR="0" lvl="4"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5pPr>
            <a:lvl6pPr marL="0" marR="0" lvl="5"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6pPr>
            <a:lvl7pPr marL="0" marR="0" lvl="6"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7pPr>
            <a:lvl8pPr marL="0" marR="0" lvl="7"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8pPr>
            <a:lvl9pPr marL="0" marR="0" lvl="8"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2"/>
        <p:cNvGrpSpPr/>
        <p:nvPr/>
      </p:nvGrpSpPr>
      <p:grpSpPr>
        <a:xfrm>
          <a:off x="0" y="0"/>
          <a:ext cx="0" cy="0"/>
          <a:chOff x="0" y="0"/>
          <a:chExt cx="0" cy="0"/>
        </a:xfrm>
      </p:grpSpPr>
      <p:sp>
        <p:nvSpPr>
          <p:cNvPr id="163" name="Google Shape;163;p26"/>
          <p:cNvSpPr txBox="1">
            <a:spLocks noGrp="1"/>
          </p:cNvSpPr>
          <p:nvPr>
            <p:ph type="ctrTitle"/>
          </p:nvPr>
        </p:nvSpPr>
        <p:spPr>
          <a:xfrm>
            <a:off x="914400" y="2130425"/>
            <a:ext cx="10364788" cy="1470025"/>
          </a:xfrm>
          <a:prstGeom prst="rect">
            <a:avLst/>
          </a:prstGeom>
          <a:noFill/>
          <a:ln>
            <a:noFill/>
          </a:ln>
        </p:spPr>
        <p:txBody>
          <a:bodyPr spcFirstLastPara="1" wrap="square" lIns="90000" tIns="45000" rIns="90000" bIns="45000" anchor="t"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164" name="Google Shape;164;p26"/>
          <p:cNvSpPr txBox="1">
            <a:spLocks noGrp="1"/>
          </p:cNvSpPr>
          <p:nvPr>
            <p:ph type="subTitle" idx="1"/>
          </p:nvPr>
        </p:nvSpPr>
        <p:spPr>
          <a:xfrm>
            <a:off x="1828800" y="3886200"/>
            <a:ext cx="8535988" cy="1752600"/>
          </a:xfrm>
          <a:prstGeom prst="rect">
            <a:avLst/>
          </a:prstGeom>
          <a:noFill/>
          <a:ln>
            <a:noFill/>
          </a:ln>
        </p:spPr>
        <p:txBody>
          <a:bodyPr spcFirstLastPara="1" wrap="square" lIns="90000" tIns="45000" rIns="90000" bIns="45000" anchor="t" anchorCtr="0">
            <a:noAutofit/>
          </a:bodyPr>
          <a:lstStyle>
            <a:lvl1pPr lvl="0" algn="ctr">
              <a:lnSpc>
                <a:spcPct val="98000"/>
              </a:lnSpc>
              <a:spcBef>
                <a:spcPts val="0"/>
              </a:spcBef>
              <a:spcAft>
                <a:spcPts val="0"/>
              </a:spcAft>
              <a:buSzPts val="1800"/>
              <a:buNone/>
              <a:defRPr/>
            </a:lvl1pPr>
            <a:lvl2pPr lvl="1" algn="ctr">
              <a:lnSpc>
                <a:spcPct val="98000"/>
              </a:lnSpc>
              <a:spcBef>
                <a:spcPts val="1425"/>
              </a:spcBef>
              <a:spcAft>
                <a:spcPts val="0"/>
              </a:spcAft>
              <a:buSzPts val="1400"/>
              <a:buNone/>
              <a:defRPr/>
            </a:lvl2pPr>
            <a:lvl3pPr lvl="2" algn="ctr">
              <a:lnSpc>
                <a:spcPct val="98000"/>
              </a:lnSpc>
              <a:spcBef>
                <a:spcPts val="1138"/>
              </a:spcBef>
              <a:spcAft>
                <a:spcPts val="0"/>
              </a:spcAft>
              <a:buSzPts val="1200"/>
              <a:buNone/>
              <a:defRPr/>
            </a:lvl3pPr>
            <a:lvl4pPr lvl="3" algn="ctr">
              <a:lnSpc>
                <a:spcPct val="98000"/>
              </a:lnSpc>
              <a:spcBef>
                <a:spcPts val="850"/>
              </a:spcBef>
              <a:spcAft>
                <a:spcPts val="0"/>
              </a:spcAft>
              <a:buSzPts val="1200"/>
              <a:buNone/>
              <a:defRPr/>
            </a:lvl4pPr>
            <a:lvl5pPr lvl="4" algn="ctr">
              <a:lnSpc>
                <a:spcPct val="98000"/>
              </a:lnSpc>
              <a:spcBef>
                <a:spcPts val="575"/>
              </a:spcBef>
              <a:spcAft>
                <a:spcPts val="0"/>
              </a:spcAft>
              <a:buSzPts val="2000"/>
              <a:buNone/>
              <a:defRPr/>
            </a:lvl5pPr>
            <a:lvl6pPr lvl="5" algn="ctr">
              <a:lnSpc>
                <a:spcPct val="98000"/>
              </a:lnSpc>
              <a:spcBef>
                <a:spcPts val="288"/>
              </a:spcBef>
              <a:spcAft>
                <a:spcPts val="0"/>
              </a:spcAft>
              <a:buSzPts val="2000"/>
              <a:buNone/>
              <a:defRPr/>
            </a:lvl6pPr>
            <a:lvl7pPr lvl="6" algn="ctr">
              <a:lnSpc>
                <a:spcPct val="98000"/>
              </a:lnSpc>
              <a:spcBef>
                <a:spcPts val="288"/>
              </a:spcBef>
              <a:spcAft>
                <a:spcPts val="0"/>
              </a:spcAft>
              <a:buSzPts val="2000"/>
              <a:buNone/>
              <a:defRPr/>
            </a:lvl7pPr>
            <a:lvl8pPr lvl="7" algn="ctr">
              <a:lnSpc>
                <a:spcPct val="98000"/>
              </a:lnSpc>
              <a:spcBef>
                <a:spcPts val="288"/>
              </a:spcBef>
              <a:spcAft>
                <a:spcPts val="0"/>
              </a:spcAft>
              <a:buSzPts val="2000"/>
              <a:buNone/>
              <a:defRPr/>
            </a:lvl8pPr>
            <a:lvl9pPr lvl="8" algn="ctr">
              <a:lnSpc>
                <a:spcPct val="98000"/>
              </a:lnSpc>
              <a:spcBef>
                <a:spcPts val="288"/>
              </a:spcBef>
              <a:spcAft>
                <a:spcPts val="288"/>
              </a:spcAft>
              <a:buSzPts val="2000"/>
              <a:buNone/>
              <a:defRPr/>
            </a:lvl9pPr>
          </a:lstStyle>
          <a:p>
            <a:endParaRPr/>
          </a:p>
        </p:txBody>
      </p:sp>
      <p:sp>
        <p:nvSpPr>
          <p:cNvPr id="165" name="Google Shape;165;p26"/>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p26"/>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7" name="Google Shape;167;p26"/>
          <p:cNvSpPr txBox="1">
            <a:spLocks noGrp="1"/>
          </p:cNvSpPr>
          <p:nvPr>
            <p:ph type="sldNum" idx="12"/>
          </p:nvPr>
        </p:nvSpPr>
        <p:spPr>
          <a:xfrm>
            <a:off x="531813" y="787400"/>
            <a:ext cx="758825" cy="344488"/>
          </a:xfrm>
          <a:prstGeom prst="rect">
            <a:avLst/>
          </a:prstGeom>
          <a:noFill/>
          <a:ln>
            <a:noFill/>
          </a:ln>
        </p:spPr>
        <p:txBody>
          <a:bodyPr spcFirstLastPara="1" wrap="square" lIns="90000" tIns="45000" rIns="90000" bIns="45000" anchor="t" anchorCtr="0">
            <a:noAutofit/>
          </a:bodyPr>
          <a:lstStyle>
            <a:lvl1pPr marL="0" marR="0" lvl="0"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L="0" marR="0" lvl="1"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2pPr>
            <a:lvl3pPr marL="0" marR="0" lvl="2"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3pPr>
            <a:lvl4pPr marL="0" marR="0" lvl="3"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4pPr>
            <a:lvl5pPr marL="0" marR="0" lvl="4"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5pPr>
            <a:lvl6pPr marL="0" marR="0" lvl="5"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6pPr>
            <a:lvl7pPr marL="0" marR="0" lvl="6"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7pPr>
            <a:lvl8pPr marL="0" marR="0" lvl="7"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8pPr>
            <a:lvl9pPr marL="0" marR="0" lvl="8"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8"/>
        <p:cNvGrpSpPr/>
        <p:nvPr/>
      </p:nvGrpSpPr>
      <p:grpSpPr>
        <a:xfrm>
          <a:off x="0" y="0"/>
          <a:ext cx="0" cy="0"/>
          <a:chOff x="0" y="0"/>
          <a:chExt cx="0" cy="0"/>
        </a:xfrm>
      </p:grpSpPr>
      <p:sp>
        <p:nvSpPr>
          <p:cNvPr id="169" name="Google Shape;169;p27"/>
          <p:cNvSpPr txBox="1">
            <a:spLocks noGrp="1"/>
          </p:cNvSpPr>
          <p:nvPr>
            <p:ph type="title"/>
          </p:nvPr>
        </p:nvSpPr>
        <p:spPr>
          <a:xfrm>
            <a:off x="2592388" y="623888"/>
            <a:ext cx="8891587" cy="1260475"/>
          </a:xfrm>
          <a:prstGeom prst="rect">
            <a:avLst/>
          </a:prstGeom>
          <a:noFill/>
          <a:ln>
            <a:noFill/>
          </a:ln>
        </p:spPr>
        <p:txBody>
          <a:bodyPr spcFirstLastPara="1" wrap="square" lIns="90000" tIns="45000" rIns="90000" bIns="45000" anchor="t"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170" name="Google Shape;170;p27"/>
          <p:cNvSpPr txBox="1">
            <a:spLocks noGrp="1"/>
          </p:cNvSpPr>
          <p:nvPr>
            <p:ph type="body" idx="1"/>
          </p:nvPr>
        </p:nvSpPr>
        <p:spPr>
          <a:xfrm>
            <a:off x="2589213" y="2133600"/>
            <a:ext cx="8894762" cy="3756025"/>
          </a:xfrm>
          <a:prstGeom prst="rect">
            <a:avLst/>
          </a:prstGeom>
          <a:noFill/>
          <a:ln>
            <a:noFill/>
          </a:ln>
        </p:spPr>
        <p:txBody>
          <a:bodyPr spcFirstLastPara="1" wrap="square" lIns="90000" tIns="45000" rIns="90000" bIns="45000" anchor="t" anchorCtr="0">
            <a:noAutofit/>
          </a:bodyPr>
          <a:lstStyle>
            <a:lvl1pPr marL="457200" lvl="0" indent="-228600" algn="l">
              <a:lnSpc>
                <a:spcPct val="98000"/>
              </a:lnSpc>
              <a:spcBef>
                <a:spcPts val="0"/>
              </a:spcBef>
              <a:spcAft>
                <a:spcPts val="0"/>
              </a:spcAft>
              <a:buSzPts val="1400"/>
              <a:buNone/>
              <a:defRPr/>
            </a:lvl1pPr>
            <a:lvl2pPr marL="914400" lvl="1" indent="-228600" algn="l">
              <a:lnSpc>
                <a:spcPct val="98000"/>
              </a:lnSpc>
              <a:spcBef>
                <a:spcPts val="1425"/>
              </a:spcBef>
              <a:spcAft>
                <a:spcPts val="0"/>
              </a:spcAft>
              <a:buSzPts val="1400"/>
              <a:buNone/>
              <a:defRPr/>
            </a:lvl2pPr>
            <a:lvl3pPr marL="1371600" lvl="2" indent="-228600" algn="l">
              <a:lnSpc>
                <a:spcPct val="98000"/>
              </a:lnSpc>
              <a:spcBef>
                <a:spcPts val="1138"/>
              </a:spcBef>
              <a:spcAft>
                <a:spcPts val="0"/>
              </a:spcAft>
              <a:buSzPts val="1400"/>
              <a:buNone/>
              <a:defRPr/>
            </a:lvl3pPr>
            <a:lvl4pPr marL="1828800" lvl="3" indent="-228600" algn="l">
              <a:lnSpc>
                <a:spcPct val="98000"/>
              </a:lnSpc>
              <a:spcBef>
                <a:spcPts val="850"/>
              </a:spcBef>
              <a:spcAft>
                <a:spcPts val="0"/>
              </a:spcAft>
              <a:buSzPts val="1400"/>
              <a:buNone/>
              <a:defRPr/>
            </a:lvl4pPr>
            <a:lvl5pPr marL="2286000" lvl="4" indent="-228600" algn="l">
              <a:lnSpc>
                <a:spcPct val="98000"/>
              </a:lnSpc>
              <a:spcBef>
                <a:spcPts val="575"/>
              </a:spcBef>
              <a:spcAft>
                <a:spcPts val="0"/>
              </a:spcAft>
              <a:buSzPts val="1400"/>
              <a:buNone/>
              <a:defRPr/>
            </a:lvl5pPr>
            <a:lvl6pPr marL="2743200" lvl="5" indent="-228600" algn="l">
              <a:lnSpc>
                <a:spcPct val="98000"/>
              </a:lnSpc>
              <a:spcBef>
                <a:spcPts val="288"/>
              </a:spcBef>
              <a:spcAft>
                <a:spcPts val="0"/>
              </a:spcAft>
              <a:buSzPts val="1400"/>
              <a:buNone/>
              <a:defRPr/>
            </a:lvl6pPr>
            <a:lvl7pPr marL="3200400" lvl="6" indent="-228600" algn="l">
              <a:lnSpc>
                <a:spcPct val="98000"/>
              </a:lnSpc>
              <a:spcBef>
                <a:spcPts val="288"/>
              </a:spcBef>
              <a:spcAft>
                <a:spcPts val="0"/>
              </a:spcAft>
              <a:buSzPts val="1400"/>
              <a:buNone/>
              <a:defRPr/>
            </a:lvl7pPr>
            <a:lvl8pPr marL="3657600" lvl="7" indent="-228600" algn="l">
              <a:lnSpc>
                <a:spcPct val="98000"/>
              </a:lnSpc>
              <a:spcBef>
                <a:spcPts val="288"/>
              </a:spcBef>
              <a:spcAft>
                <a:spcPts val="0"/>
              </a:spcAft>
              <a:buSzPts val="1400"/>
              <a:buNone/>
              <a:defRPr/>
            </a:lvl8pPr>
            <a:lvl9pPr marL="4114800" lvl="8" indent="-228600" algn="l">
              <a:lnSpc>
                <a:spcPct val="98000"/>
              </a:lnSpc>
              <a:spcBef>
                <a:spcPts val="288"/>
              </a:spcBef>
              <a:spcAft>
                <a:spcPts val="288"/>
              </a:spcAft>
              <a:buSzPts val="1400"/>
              <a:buNone/>
              <a:defRPr/>
            </a:lvl9pPr>
          </a:lstStyle>
          <a:p>
            <a:endParaRPr/>
          </a:p>
        </p:txBody>
      </p:sp>
      <p:sp>
        <p:nvSpPr>
          <p:cNvPr id="171" name="Google Shape;171;p27"/>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2" name="Google Shape;172;p27"/>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3" name="Google Shape;173;p27"/>
          <p:cNvSpPr txBox="1">
            <a:spLocks noGrp="1"/>
          </p:cNvSpPr>
          <p:nvPr>
            <p:ph type="sldNum" idx="12"/>
          </p:nvPr>
        </p:nvSpPr>
        <p:spPr>
          <a:xfrm>
            <a:off x="531813" y="787400"/>
            <a:ext cx="758825" cy="344488"/>
          </a:xfrm>
          <a:prstGeom prst="rect">
            <a:avLst/>
          </a:prstGeom>
          <a:noFill/>
          <a:ln>
            <a:noFill/>
          </a:ln>
        </p:spPr>
        <p:txBody>
          <a:bodyPr spcFirstLastPara="1" wrap="square" lIns="90000" tIns="45000" rIns="90000" bIns="45000" anchor="t" anchorCtr="0">
            <a:noAutofit/>
          </a:bodyPr>
          <a:lstStyle>
            <a:lvl1pPr marL="0" marR="0" lvl="0"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L="0" marR="0" lvl="1"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2pPr>
            <a:lvl3pPr marL="0" marR="0" lvl="2"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3pPr>
            <a:lvl4pPr marL="0" marR="0" lvl="3"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4pPr>
            <a:lvl5pPr marL="0" marR="0" lvl="4"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5pPr>
            <a:lvl6pPr marL="0" marR="0" lvl="5"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6pPr>
            <a:lvl7pPr marL="0" marR="0" lvl="6"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7pPr>
            <a:lvl8pPr marL="0" marR="0" lvl="7"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8pPr>
            <a:lvl9pPr marL="0" marR="0" lvl="8"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4"/>
        <p:cNvGrpSpPr/>
        <p:nvPr/>
      </p:nvGrpSpPr>
      <p:grpSpPr>
        <a:xfrm>
          <a:off x="0" y="0"/>
          <a:ext cx="0" cy="0"/>
          <a:chOff x="0" y="0"/>
          <a:chExt cx="0" cy="0"/>
        </a:xfrm>
      </p:grpSpPr>
      <p:sp>
        <p:nvSpPr>
          <p:cNvPr id="175" name="Google Shape;175;p28"/>
          <p:cNvSpPr txBox="1">
            <a:spLocks noGrp="1"/>
          </p:cNvSpPr>
          <p:nvPr>
            <p:ph type="title"/>
          </p:nvPr>
        </p:nvSpPr>
        <p:spPr>
          <a:xfrm>
            <a:off x="963613" y="4406900"/>
            <a:ext cx="10364787" cy="1362075"/>
          </a:xfrm>
          <a:prstGeom prst="rect">
            <a:avLst/>
          </a:prstGeom>
          <a:noFill/>
          <a:ln>
            <a:noFill/>
          </a:ln>
        </p:spPr>
        <p:txBody>
          <a:bodyPr spcFirstLastPara="1" wrap="square" lIns="90000" tIns="45000" rIns="90000" bIns="45000" anchor="t" anchorCtr="0">
            <a:noAutofit/>
          </a:bodyPr>
          <a:lstStyle>
            <a:lvl1pPr lvl="0" algn="l">
              <a:lnSpc>
                <a:spcPct val="98000"/>
              </a:lnSpc>
              <a:spcBef>
                <a:spcPts val="0"/>
              </a:spcBef>
              <a:spcAft>
                <a:spcPts val="0"/>
              </a:spcAft>
              <a:buSzPts val="1400"/>
              <a:buNone/>
              <a:defRPr sz="4000" b="1" cap="none"/>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176" name="Google Shape;176;p28"/>
          <p:cNvSpPr txBox="1">
            <a:spLocks noGrp="1"/>
          </p:cNvSpPr>
          <p:nvPr>
            <p:ph type="body" idx="1"/>
          </p:nvPr>
        </p:nvSpPr>
        <p:spPr>
          <a:xfrm>
            <a:off x="963613" y="2906713"/>
            <a:ext cx="10364787" cy="1500187"/>
          </a:xfrm>
          <a:prstGeom prst="rect">
            <a:avLst/>
          </a:prstGeom>
          <a:noFill/>
          <a:ln>
            <a:noFill/>
          </a:ln>
        </p:spPr>
        <p:txBody>
          <a:bodyPr spcFirstLastPara="1" wrap="square" lIns="90000" tIns="45000" rIns="90000" bIns="45000" anchor="b" anchorCtr="0">
            <a:noAutofit/>
          </a:bodyPr>
          <a:lstStyle>
            <a:lvl1pPr marL="457200" lvl="0" indent="-228600" algn="l">
              <a:lnSpc>
                <a:spcPct val="98000"/>
              </a:lnSpc>
              <a:spcBef>
                <a:spcPts val="0"/>
              </a:spcBef>
              <a:spcAft>
                <a:spcPts val="0"/>
              </a:spcAft>
              <a:buSzPts val="2000"/>
              <a:buNone/>
              <a:defRPr sz="2000"/>
            </a:lvl1pPr>
            <a:lvl2pPr marL="914400" lvl="1" indent="-228600" algn="l">
              <a:lnSpc>
                <a:spcPct val="98000"/>
              </a:lnSpc>
              <a:spcBef>
                <a:spcPts val="1425"/>
              </a:spcBef>
              <a:spcAft>
                <a:spcPts val="0"/>
              </a:spcAft>
              <a:buSzPts val="1800"/>
              <a:buNone/>
              <a:defRPr sz="1800"/>
            </a:lvl2pPr>
            <a:lvl3pPr marL="1371600" lvl="2" indent="-228600" algn="l">
              <a:lnSpc>
                <a:spcPct val="98000"/>
              </a:lnSpc>
              <a:spcBef>
                <a:spcPts val="1138"/>
              </a:spcBef>
              <a:spcAft>
                <a:spcPts val="0"/>
              </a:spcAft>
              <a:buSzPts val="1600"/>
              <a:buNone/>
              <a:defRPr sz="1600"/>
            </a:lvl3pPr>
            <a:lvl4pPr marL="1828800" lvl="3" indent="-228600" algn="l">
              <a:lnSpc>
                <a:spcPct val="98000"/>
              </a:lnSpc>
              <a:spcBef>
                <a:spcPts val="850"/>
              </a:spcBef>
              <a:spcAft>
                <a:spcPts val="0"/>
              </a:spcAft>
              <a:buSzPts val="1400"/>
              <a:buNone/>
              <a:defRPr sz="1400"/>
            </a:lvl4pPr>
            <a:lvl5pPr marL="2286000" lvl="4" indent="-228600" algn="l">
              <a:lnSpc>
                <a:spcPct val="98000"/>
              </a:lnSpc>
              <a:spcBef>
                <a:spcPts val="575"/>
              </a:spcBef>
              <a:spcAft>
                <a:spcPts val="0"/>
              </a:spcAft>
              <a:buSzPts val="1400"/>
              <a:buNone/>
              <a:defRPr sz="1400"/>
            </a:lvl5pPr>
            <a:lvl6pPr marL="2743200" lvl="5" indent="-228600" algn="l">
              <a:lnSpc>
                <a:spcPct val="98000"/>
              </a:lnSpc>
              <a:spcBef>
                <a:spcPts val="288"/>
              </a:spcBef>
              <a:spcAft>
                <a:spcPts val="0"/>
              </a:spcAft>
              <a:buSzPts val="1400"/>
              <a:buNone/>
              <a:defRPr sz="1400"/>
            </a:lvl6pPr>
            <a:lvl7pPr marL="3200400" lvl="6" indent="-228600" algn="l">
              <a:lnSpc>
                <a:spcPct val="98000"/>
              </a:lnSpc>
              <a:spcBef>
                <a:spcPts val="288"/>
              </a:spcBef>
              <a:spcAft>
                <a:spcPts val="0"/>
              </a:spcAft>
              <a:buSzPts val="1400"/>
              <a:buNone/>
              <a:defRPr sz="1400"/>
            </a:lvl7pPr>
            <a:lvl8pPr marL="3657600" lvl="7" indent="-228600" algn="l">
              <a:lnSpc>
                <a:spcPct val="98000"/>
              </a:lnSpc>
              <a:spcBef>
                <a:spcPts val="288"/>
              </a:spcBef>
              <a:spcAft>
                <a:spcPts val="0"/>
              </a:spcAft>
              <a:buSzPts val="1400"/>
              <a:buNone/>
              <a:defRPr sz="1400"/>
            </a:lvl8pPr>
            <a:lvl9pPr marL="4114800" lvl="8" indent="-228600" algn="l">
              <a:lnSpc>
                <a:spcPct val="98000"/>
              </a:lnSpc>
              <a:spcBef>
                <a:spcPts val="288"/>
              </a:spcBef>
              <a:spcAft>
                <a:spcPts val="288"/>
              </a:spcAft>
              <a:buSzPts val="1400"/>
              <a:buNone/>
              <a:defRPr sz="1400"/>
            </a:lvl9pPr>
          </a:lstStyle>
          <a:p>
            <a:endParaRPr/>
          </a:p>
        </p:txBody>
      </p:sp>
      <p:sp>
        <p:nvSpPr>
          <p:cNvPr id="177" name="Google Shape;177;p28"/>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28"/>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9" name="Google Shape;179;p28"/>
          <p:cNvSpPr txBox="1">
            <a:spLocks noGrp="1"/>
          </p:cNvSpPr>
          <p:nvPr>
            <p:ph type="sldNum" idx="12"/>
          </p:nvPr>
        </p:nvSpPr>
        <p:spPr>
          <a:xfrm>
            <a:off x="531813" y="787400"/>
            <a:ext cx="758825" cy="344488"/>
          </a:xfrm>
          <a:prstGeom prst="rect">
            <a:avLst/>
          </a:prstGeom>
          <a:noFill/>
          <a:ln>
            <a:noFill/>
          </a:ln>
        </p:spPr>
        <p:txBody>
          <a:bodyPr spcFirstLastPara="1" wrap="square" lIns="90000" tIns="45000" rIns="90000" bIns="45000" anchor="t" anchorCtr="0">
            <a:noAutofit/>
          </a:bodyPr>
          <a:lstStyle>
            <a:lvl1pPr marL="0" marR="0" lvl="0"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L="0" marR="0" lvl="1"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2pPr>
            <a:lvl3pPr marL="0" marR="0" lvl="2"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3pPr>
            <a:lvl4pPr marL="0" marR="0" lvl="3"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4pPr>
            <a:lvl5pPr marL="0" marR="0" lvl="4"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5pPr>
            <a:lvl6pPr marL="0" marR="0" lvl="5"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6pPr>
            <a:lvl7pPr marL="0" marR="0" lvl="6"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7pPr>
            <a:lvl8pPr marL="0" marR="0" lvl="7"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8pPr>
            <a:lvl9pPr marL="0" marR="0" lvl="8"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2592388" y="623888"/>
            <a:ext cx="8891587" cy="1260475"/>
          </a:xfrm>
          <a:prstGeom prst="rect">
            <a:avLst/>
          </a:prstGeom>
          <a:noFill/>
          <a:ln>
            <a:noFill/>
          </a:ln>
        </p:spPr>
        <p:txBody>
          <a:bodyPr spcFirstLastPara="1" wrap="square" lIns="90000" tIns="45000" rIns="90000" bIns="45000" anchor="t"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182" name="Google Shape;182;p29"/>
          <p:cNvSpPr txBox="1">
            <a:spLocks noGrp="1"/>
          </p:cNvSpPr>
          <p:nvPr>
            <p:ph type="body" idx="1"/>
          </p:nvPr>
        </p:nvSpPr>
        <p:spPr>
          <a:xfrm>
            <a:off x="2589213" y="2133600"/>
            <a:ext cx="4370387" cy="3756025"/>
          </a:xfrm>
          <a:prstGeom prst="rect">
            <a:avLst/>
          </a:prstGeom>
          <a:noFill/>
          <a:ln>
            <a:noFill/>
          </a:ln>
        </p:spPr>
        <p:txBody>
          <a:bodyPr spcFirstLastPara="1" wrap="square" lIns="90000" tIns="45000" rIns="90000" bIns="45000" anchor="t" anchorCtr="0">
            <a:noAutofit/>
          </a:bodyPr>
          <a:lstStyle>
            <a:lvl1pPr marL="457200" lvl="0" indent="-228600" algn="l">
              <a:lnSpc>
                <a:spcPct val="98000"/>
              </a:lnSpc>
              <a:spcBef>
                <a:spcPts val="0"/>
              </a:spcBef>
              <a:spcAft>
                <a:spcPts val="0"/>
              </a:spcAft>
              <a:buSzPts val="1400"/>
              <a:buNone/>
              <a:defRPr sz="2800"/>
            </a:lvl1pPr>
            <a:lvl2pPr marL="914400" lvl="1" indent="-228600" algn="l">
              <a:lnSpc>
                <a:spcPct val="98000"/>
              </a:lnSpc>
              <a:spcBef>
                <a:spcPts val="1425"/>
              </a:spcBef>
              <a:spcAft>
                <a:spcPts val="0"/>
              </a:spcAft>
              <a:buSzPts val="1400"/>
              <a:buNone/>
              <a:defRPr sz="2400"/>
            </a:lvl2pPr>
            <a:lvl3pPr marL="1371600" lvl="2" indent="-228600" algn="l">
              <a:lnSpc>
                <a:spcPct val="98000"/>
              </a:lnSpc>
              <a:spcBef>
                <a:spcPts val="1138"/>
              </a:spcBef>
              <a:spcAft>
                <a:spcPts val="0"/>
              </a:spcAft>
              <a:buSzPts val="1400"/>
              <a:buNone/>
              <a:defRPr sz="2000"/>
            </a:lvl3pPr>
            <a:lvl4pPr marL="1828800" lvl="3" indent="-228600" algn="l">
              <a:lnSpc>
                <a:spcPct val="98000"/>
              </a:lnSpc>
              <a:spcBef>
                <a:spcPts val="850"/>
              </a:spcBef>
              <a:spcAft>
                <a:spcPts val="0"/>
              </a:spcAft>
              <a:buSzPts val="1400"/>
              <a:buNone/>
              <a:defRPr sz="1800"/>
            </a:lvl4pPr>
            <a:lvl5pPr marL="2286000" lvl="4" indent="-228600" algn="l">
              <a:lnSpc>
                <a:spcPct val="98000"/>
              </a:lnSpc>
              <a:spcBef>
                <a:spcPts val="575"/>
              </a:spcBef>
              <a:spcAft>
                <a:spcPts val="0"/>
              </a:spcAft>
              <a:buSzPts val="1400"/>
              <a:buNone/>
              <a:defRPr sz="1800"/>
            </a:lvl5pPr>
            <a:lvl6pPr marL="2743200" lvl="5" indent="-228600" algn="l">
              <a:lnSpc>
                <a:spcPct val="98000"/>
              </a:lnSpc>
              <a:spcBef>
                <a:spcPts val="288"/>
              </a:spcBef>
              <a:spcAft>
                <a:spcPts val="0"/>
              </a:spcAft>
              <a:buSzPts val="1400"/>
              <a:buNone/>
              <a:defRPr sz="1800"/>
            </a:lvl6pPr>
            <a:lvl7pPr marL="3200400" lvl="6" indent="-228600" algn="l">
              <a:lnSpc>
                <a:spcPct val="98000"/>
              </a:lnSpc>
              <a:spcBef>
                <a:spcPts val="288"/>
              </a:spcBef>
              <a:spcAft>
                <a:spcPts val="0"/>
              </a:spcAft>
              <a:buSzPts val="1400"/>
              <a:buNone/>
              <a:defRPr sz="1800"/>
            </a:lvl7pPr>
            <a:lvl8pPr marL="3657600" lvl="7" indent="-228600" algn="l">
              <a:lnSpc>
                <a:spcPct val="98000"/>
              </a:lnSpc>
              <a:spcBef>
                <a:spcPts val="288"/>
              </a:spcBef>
              <a:spcAft>
                <a:spcPts val="0"/>
              </a:spcAft>
              <a:buSzPts val="1400"/>
              <a:buNone/>
              <a:defRPr sz="1800"/>
            </a:lvl8pPr>
            <a:lvl9pPr marL="4114800" lvl="8" indent="-228600" algn="l">
              <a:lnSpc>
                <a:spcPct val="98000"/>
              </a:lnSpc>
              <a:spcBef>
                <a:spcPts val="288"/>
              </a:spcBef>
              <a:spcAft>
                <a:spcPts val="288"/>
              </a:spcAft>
              <a:buSzPts val="1400"/>
              <a:buNone/>
              <a:defRPr sz="1800"/>
            </a:lvl9pPr>
          </a:lstStyle>
          <a:p>
            <a:endParaRPr/>
          </a:p>
        </p:txBody>
      </p:sp>
      <p:sp>
        <p:nvSpPr>
          <p:cNvPr id="183" name="Google Shape;183;p29"/>
          <p:cNvSpPr txBox="1">
            <a:spLocks noGrp="1"/>
          </p:cNvSpPr>
          <p:nvPr>
            <p:ph type="body" idx="2"/>
          </p:nvPr>
        </p:nvSpPr>
        <p:spPr>
          <a:xfrm>
            <a:off x="7112000" y="2133600"/>
            <a:ext cx="4371975" cy="3756025"/>
          </a:xfrm>
          <a:prstGeom prst="rect">
            <a:avLst/>
          </a:prstGeom>
          <a:noFill/>
          <a:ln>
            <a:noFill/>
          </a:ln>
        </p:spPr>
        <p:txBody>
          <a:bodyPr spcFirstLastPara="1" wrap="square" lIns="90000" tIns="45000" rIns="90000" bIns="45000" anchor="t" anchorCtr="0">
            <a:noAutofit/>
          </a:bodyPr>
          <a:lstStyle>
            <a:lvl1pPr marL="457200" lvl="0" indent="-228600" algn="l">
              <a:lnSpc>
                <a:spcPct val="98000"/>
              </a:lnSpc>
              <a:spcBef>
                <a:spcPts val="0"/>
              </a:spcBef>
              <a:spcAft>
                <a:spcPts val="0"/>
              </a:spcAft>
              <a:buSzPts val="1400"/>
              <a:buNone/>
              <a:defRPr sz="2800"/>
            </a:lvl1pPr>
            <a:lvl2pPr marL="914400" lvl="1" indent="-228600" algn="l">
              <a:lnSpc>
                <a:spcPct val="98000"/>
              </a:lnSpc>
              <a:spcBef>
                <a:spcPts val="1425"/>
              </a:spcBef>
              <a:spcAft>
                <a:spcPts val="0"/>
              </a:spcAft>
              <a:buSzPts val="1400"/>
              <a:buNone/>
              <a:defRPr sz="2400"/>
            </a:lvl2pPr>
            <a:lvl3pPr marL="1371600" lvl="2" indent="-228600" algn="l">
              <a:lnSpc>
                <a:spcPct val="98000"/>
              </a:lnSpc>
              <a:spcBef>
                <a:spcPts val="1138"/>
              </a:spcBef>
              <a:spcAft>
                <a:spcPts val="0"/>
              </a:spcAft>
              <a:buSzPts val="1400"/>
              <a:buNone/>
              <a:defRPr sz="2000"/>
            </a:lvl3pPr>
            <a:lvl4pPr marL="1828800" lvl="3" indent="-228600" algn="l">
              <a:lnSpc>
                <a:spcPct val="98000"/>
              </a:lnSpc>
              <a:spcBef>
                <a:spcPts val="850"/>
              </a:spcBef>
              <a:spcAft>
                <a:spcPts val="0"/>
              </a:spcAft>
              <a:buSzPts val="1400"/>
              <a:buNone/>
              <a:defRPr sz="1800"/>
            </a:lvl4pPr>
            <a:lvl5pPr marL="2286000" lvl="4" indent="-228600" algn="l">
              <a:lnSpc>
                <a:spcPct val="98000"/>
              </a:lnSpc>
              <a:spcBef>
                <a:spcPts val="575"/>
              </a:spcBef>
              <a:spcAft>
                <a:spcPts val="0"/>
              </a:spcAft>
              <a:buSzPts val="1400"/>
              <a:buNone/>
              <a:defRPr sz="1800"/>
            </a:lvl5pPr>
            <a:lvl6pPr marL="2743200" lvl="5" indent="-228600" algn="l">
              <a:lnSpc>
                <a:spcPct val="98000"/>
              </a:lnSpc>
              <a:spcBef>
                <a:spcPts val="288"/>
              </a:spcBef>
              <a:spcAft>
                <a:spcPts val="0"/>
              </a:spcAft>
              <a:buSzPts val="1400"/>
              <a:buNone/>
              <a:defRPr sz="1800"/>
            </a:lvl6pPr>
            <a:lvl7pPr marL="3200400" lvl="6" indent="-228600" algn="l">
              <a:lnSpc>
                <a:spcPct val="98000"/>
              </a:lnSpc>
              <a:spcBef>
                <a:spcPts val="288"/>
              </a:spcBef>
              <a:spcAft>
                <a:spcPts val="0"/>
              </a:spcAft>
              <a:buSzPts val="1400"/>
              <a:buNone/>
              <a:defRPr sz="1800"/>
            </a:lvl7pPr>
            <a:lvl8pPr marL="3657600" lvl="7" indent="-228600" algn="l">
              <a:lnSpc>
                <a:spcPct val="98000"/>
              </a:lnSpc>
              <a:spcBef>
                <a:spcPts val="288"/>
              </a:spcBef>
              <a:spcAft>
                <a:spcPts val="0"/>
              </a:spcAft>
              <a:buSzPts val="1400"/>
              <a:buNone/>
              <a:defRPr sz="1800"/>
            </a:lvl8pPr>
            <a:lvl9pPr marL="4114800" lvl="8" indent="-228600" algn="l">
              <a:lnSpc>
                <a:spcPct val="98000"/>
              </a:lnSpc>
              <a:spcBef>
                <a:spcPts val="288"/>
              </a:spcBef>
              <a:spcAft>
                <a:spcPts val="288"/>
              </a:spcAft>
              <a:buSzPts val="1400"/>
              <a:buNone/>
              <a:defRPr sz="1800"/>
            </a:lvl9pPr>
          </a:lstStyle>
          <a:p>
            <a:endParaRPr/>
          </a:p>
        </p:txBody>
      </p:sp>
      <p:sp>
        <p:nvSpPr>
          <p:cNvPr id="184" name="Google Shape;184;p29"/>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5" name="Google Shape;185;p29"/>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6" name="Google Shape;186;p29"/>
          <p:cNvSpPr txBox="1">
            <a:spLocks noGrp="1"/>
          </p:cNvSpPr>
          <p:nvPr>
            <p:ph type="sldNum" idx="12"/>
          </p:nvPr>
        </p:nvSpPr>
        <p:spPr>
          <a:xfrm>
            <a:off x="531813" y="787400"/>
            <a:ext cx="758825" cy="344488"/>
          </a:xfrm>
          <a:prstGeom prst="rect">
            <a:avLst/>
          </a:prstGeom>
          <a:noFill/>
          <a:ln>
            <a:noFill/>
          </a:ln>
        </p:spPr>
        <p:txBody>
          <a:bodyPr spcFirstLastPara="1" wrap="square" lIns="90000" tIns="45000" rIns="90000" bIns="45000" anchor="t" anchorCtr="0">
            <a:noAutofit/>
          </a:bodyPr>
          <a:lstStyle>
            <a:lvl1pPr marL="0" marR="0" lvl="0"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L="0" marR="0" lvl="1"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2pPr>
            <a:lvl3pPr marL="0" marR="0" lvl="2"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3pPr>
            <a:lvl4pPr marL="0" marR="0" lvl="3"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4pPr>
            <a:lvl5pPr marL="0" marR="0" lvl="4"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5pPr>
            <a:lvl6pPr marL="0" marR="0" lvl="5"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6pPr>
            <a:lvl7pPr marL="0" marR="0" lvl="6"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7pPr>
            <a:lvl8pPr marL="0" marR="0" lvl="7"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8pPr>
            <a:lvl9pPr marL="0" marR="0" lvl="8"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609600" y="274638"/>
            <a:ext cx="10974388" cy="1143000"/>
          </a:xfrm>
          <a:prstGeom prst="rect">
            <a:avLst/>
          </a:prstGeom>
          <a:noFill/>
          <a:ln>
            <a:noFill/>
          </a:ln>
        </p:spPr>
        <p:txBody>
          <a:bodyPr spcFirstLastPara="1" wrap="square" lIns="90000" tIns="45000" rIns="90000" bIns="45000" anchor="t"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189" name="Google Shape;189;p30"/>
          <p:cNvSpPr txBox="1">
            <a:spLocks noGrp="1"/>
          </p:cNvSpPr>
          <p:nvPr>
            <p:ph type="body" idx="1"/>
          </p:nvPr>
        </p:nvSpPr>
        <p:spPr>
          <a:xfrm>
            <a:off x="609600" y="1535113"/>
            <a:ext cx="5387975" cy="639762"/>
          </a:xfrm>
          <a:prstGeom prst="rect">
            <a:avLst/>
          </a:prstGeom>
          <a:noFill/>
          <a:ln>
            <a:noFill/>
          </a:ln>
        </p:spPr>
        <p:txBody>
          <a:bodyPr spcFirstLastPara="1" wrap="square" lIns="90000" tIns="45000" rIns="90000" bIns="45000" anchor="b" anchorCtr="0">
            <a:noAutofit/>
          </a:bodyPr>
          <a:lstStyle>
            <a:lvl1pPr marL="457200" lvl="0" indent="-228600" algn="l">
              <a:lnSpc>
                <a:spcPct val="98000"/>
              </a:lnSpc>
              <a:spcBef>
                <a:spcPts val="0"/>
              </a:spcBef>
              <a:spcAft>
                <a:spcPts val="0"/>
              </a:spcAft>
              <a:buSzPts val="2400"/>
              <a:buNone/>
              <a:defRPr sz="2400" b="1"/>
            </a:lvl1pPr>
            <a:lvl2pPr marL="914400" lvl="1" indent="-228600" algn="l">
              <a:lnSpc>
                <a:spcPct val="98000"/>
              </a:lnSpc>
              <a:spcBef>
                <a:spcPts val="1425"/>
              </a:spcBef>
              <a:spcAft>
                <a:spcPts val="0"/>
              </a:spcAft>
              <a:buSzPts val="2000"/>
              <a:buNone/>
              <a:defRPr sz="2000" b="1"/>
            </a:lvl2pPr>
            <a:lvl3pPr marL="1371600" lvl="2" indent="-228600" algn="l">
              <a:lnSpc>
                <a:spcPct val="98000"/>
              </a:lnSpc>
              <a:spcBef>
                <a:spcPts val="1138"/>
              </a:spcBef>
              <a:spcAft>
                <a:spcPts val="0"/>
              </a:spcAft>
              <a:buSzPts val="1800"/>
              <a:buNone/>
              <a:defRPr sz="1800" b="1"/>
            </a:lvl3pPr>
            <a:lvl4pPr marL="1828800" lvl="3" indent="-228600" algn="l">
              <a:lnSpc>
                <a:spcPct val="98000"/>
              </a:lnSpc>
              <a:spcBef>
                <a:spcPts val="850"/>
              </a:spcBef>
              <a:spcAft>
                <a:spcPts val="0"/>
              </a:spcAft>
              <a:buSzPts val="1600"/>
              <a:buNone/>
              <a:defRPr sz="1600" b="1"/>
            </a:lvl4pPr>
            <a:lvl5pPr marL="2286000" lvl="4" indent="-228600" algn="l">
              <a:lnSpc>
                <a:spcPct val="98000"/>
              </a:lnSpc>
              <a:spcBef>
                <a:spcPts val="575"/>
              </a:spcBef>
              <a:spcAft>
                <a:spcPts val="0"/>
              </a:spcAft>
              <a:buSzPts val="1600"/>
              <a:buNone/>
              <a:defRPr sz="1600" b="1"/>
            </a:lvl5pPr>
            <a:lvl6pPr marL="2743200" lvl="5" indent="-228600" algn="l">
              <a:lnSpc>
                <a:spcPct val="98000"/>
              </a:lnSpc>
              <a:spcBef>
                <a:spcPts val="288"/>
              </a:spcBef>
              <a:spcAft>
                <a:spcPts val="0"/>
              </a:spcAft>
              <a:buSzPts val="1600"/>
              <a:buNone/>
              <a:defRPr sz="1600" b="1"/>
            </a:lvl6pPr>
            <a:lvl7pPr marL="3200400" lvl="6" indent="-228600" algn="l">
              <a:lnSpc>
                <a:spcPct val="98000"/>
              </a:lnSpc>
              <a:spcBef>
                <a:spcPts val="288"/>
              </a:spcBef>
              <a:spcAft>
                <a:spcPts val="0"/>
              </a:spcAft>
              <a:buSzPts val="1600"/>
              <a:buNone/>
              <a:defRPr sz="1600" b="1"/>
            </a:lvl7pPr>
            <a:lvl8pPr marL="3657600" lvl="7" indent="-228600" algn="l">
              <a:lnSpc>
                <a:spcPct val="98000"/>
              </a:lnSpc>
              <a:spcBef>
                <a:spcPts val="288"/>
              </a:spcBef>
              <a:spcAft>
                <a:spcPts val="0"/>
              </a:spcAft>
              <a:buSzPts val="1600"/>
              <a:buNone/>
              <a:defRPr sz="1600" b="1"/>
            </a:lvl8pPr>
            <a:lvl9pPr marL="4114800" lvl="8" indent="-228600" algn="l">
              <a:lnSpc>
                <a:spcPct val="98000"/>
              </a:lnSpc>
              <a:spcBef>
                <a:spcPts val="288"/>
              </a:spcBef>
              <a:spcAft>
                <a:spcPts val="288"/>
              </a:spcAft>
              <a:buSzPts val="1600"/>
              <a:buNone/>
              <a:defRPr sz="1600" b="1"/>
            </a:lvl9pPr>
          </a:lstStyle>
          <a:p>
            <a:endParaRPr/>
          </a:p>
        </p:txBody>
      </p:sp>
      <p:sp>
        <p:nvSpPr>
          <p:cNvPr id="190" name="Google Shape;190;p30"/>
          <p:cNvSpPr txBox="1">
            <a:spLocks noGrp="1"/>
          </p:cNvSpPr>
          <p:nvPr>
            <p:ph type="body" idx="2"/>
          </p:nvPr>
        </p:nvSpPr>
        <p:spPr>
          <a:xfrm>
            <a:off x="609600" y="2174875"/>
            <a:ext cx="5387975" cy="3951288"/>
          </a:xfrm>
          <a:prstGeom prst="rect">
            <a:avLst/>
          </a:prstGeom>
          <a:noFill/>
          <a:ln>
            <a:noFill/>
          </a:ln>
        </p:spPr>
        <p:txBody>
          <a:bodyPr spcFirstLastPara="1" wrap="square" lIns="90000" tIns="45000" rIns="90000" bIns="45000" anchor="t" anchorCtr="0">
            <a:noAutofit/>
          </a:bodyPr>
          <a:lstStyle>
            <a:lvl1pPr marL="457200" lvl="0" indent="-228600" algn="l">
              <a:lnSpc>
                <a:spcPct val="98000"/>
              </a:lnSpc>
              <a:spcBef>
                <a:spcPts val="0"/>
              </a:spcBef>
              <a:spcAft>
                <a:spcPts val="0"/>
              </a:spcAft>
              <a:buSzPts val="1400"/>
              <a:buNone/>
              <a:defRPr sz="2400"/>
            </a:lvl1pPr>
            <a:lvl2pPr marL="914400" lvl="1" indent="-228600" algn="l">
              <a:lnSpc>
                <a:spcPct val="98000"/>
              </a:lnSpc>
              <a:spcBef>
                <a:spcPts val="1425"/>
              </a:spcBef>
              <a:spcAft>
                <a:spcPts val="0"/>
              </a:spcAft>
              <a:buSzPts val="1400"/>
              <a:buNone/>
              <a:defRPr sz="2000"/>
            </a:lvl2pPr>
            <a:lvl3pPr marL="1371600" lvl="2" indent="-228600" algn="l">
              <a:lnSpc>
                <a:spcPct val="98000"/>
              </a:lnSpc>
              <a:spcBef>
                <a:spcPts val="1138"/>
              </a:spcBef>
              <a:spcAft>
                <a:spcPts val="0"/>
              </a:spcAft>
              <a:buSzPts val="1400"/>
              <a:buNone/>
              <a:defRPr sz="1800"/>
            </a:lvl3pPr>
            <a:lvl4pPr marL="1828800" lvl="3" indent="-228600" algn="l">
              <a:lnSpc>
                <a:spcPct val="98000"/>
              </a:lnSpc>
              <a:spcBef>
                <a:spcPts val="850"/>
              </a:spcBef>
              <a:spcAft>
                <a:spcPts val="0"/>
              </a:spcAft>
              <a:buSzPts val="1400"/>
              <a:buNone/>
              <a:defRPr sz="1600"/>
            </a:lvl4pPr>
            <a:lvl5pPr marL="2286000" lvl="4" indent="-228600" algn="l">
              <a:lnSpc>
                <a:spcPct val="98000"/>
              </a:lnSpc>
              <a:spcBef>
                <a:spcPts val="575"/>
              </a:spcBef>
              <a:spcAft>
                <a:spcPts val="0"/>
              </a:spcAft>
              <a:buSzPts val="1400"/>
              <a:buNone/>
              <a:defRPr sz="1600"/>
            </a:lvl5pPr>
            <a:lvl6pPr marL="2743200" lvl="5" indent="-228600" algn="l">
              <a:lnSpc>
                <a:spcPct val="98000"/>
              </a:lnSpc>
              <a:spcBef>
                <a:spcPts val="288"/>
              </a:spcBef>
              <a:spcAft>
                <a:spcPts val="0"/>
              </a:spcAft>
              <a:buSzPts val="1400"/>
              <a:buNone/>
              <a:defRPr sz="1600"/>
            </a:lvl6pPr>
            <a:lvl7pPr marL="3200400" lvl="6" indent="-228600" algn="l">
              <a:lnSpc>
                <a:spcPct val="98000"/>
              </a:lnSpc>
              <a:spcBef>
                <a:spcPts val="288"/>
              </a:spcBef>
              <a:spcAft>
                <a:spcPts val="0"/>
              </a:spcAft>
              <a:buSzPts val="1400"/>
              <a:buNone/>
              <a:defRPr sz="1600"/>
            </a:lvl7pPr>
            <a:lvl8pPr marL="3657600" lvl="7" indent="-228600" algn="l">
              <a:lnSpc>
                <a:spcPct val="98000"/>
              </a:lnSpc>
              <a:spcBef>
                <a:spcPts val="288"/>
              </a:spcBef>
              <a:spcAft>
                <a:spcPts val="0"/>
              </a:spcAft>
              <a:buSzPts val="1400"/>
              <a:buNone/>
              <a:defRPr sz="1600"/>
            </a:lvl8pPr>
            <a:lvl9pPr marL="4114800" lvl="8" indent="-228600" algn="l">
              <a:lnSpc>
                <a:spcPct val="98000"/>
              </a:lnSpc>
              <a:spcBef>
                <a:spcPts val="288"/>
              </a:spcBef>
              <a:spcAft>
                <a:spcPts val="288"/>
              </a:spcAft>
              <a:buSzPts val="1400"/>
              <a:buNone/>
              <a:defRPr sz="1600"/>
            </a:lvl9pPr>
          </a:lstStyle>
          <a:p>
            <a:endParaRPr/>
          </a:p>
        </p:txBody>
      </p:sp>
      <p:sp>
        <p:nvSpPr>
          <p:cNvPr id="191" name="Google Shape;191;p30"/>
          <p:cNvSpPr txBox="1">
            <a:spLocks noGrp="1"/>
          </p:cNvSpPr>
          <p:nvPr>
            <p:ph type="body" idx="3"/>
          </p:nvPr>
        </p:nvSpPr>
        <p:spPr>
          <a:xfrm>
            <a:off x="6194425" y="1535113"/>
            <a:ext cx="5389563" cy="639762"/>
          </a:xfrm>
          <a:prstGeom prst="rect">
            <a:avLst/>
          </a:prstGeom>
          <a:noFill/>
          <a:ln>
            <a:noFill/>
          </a:ln>
        </p:spPr>
        <p:txBody>
          <a:bodyPr spcFirstLastPara="1" wrap="square" lIns="90000" tIns="45000" rIns="90000" bIns="45000" anchor="b" anchorCtr="0">
            <a:noAutofit/>
          </a:bodyPr>
          <a:lstStyle>
            <a:lvl1pPr marL="457200" lvl="0" indent="-228600" algn="l">
              <a:lnSpc>
                <a:spcPct val="98000"/>
              </a:lnSpc>
              <a:spcBef>
                <a:spcPts val="0"/>
              </a:spcBef>
              <a:spcAft>
                <a:spcPts val="0"/>
              </a:spcAft>
              <a:buSzPts val="2400"/>
              <a:buNone/>
              <a:defRPr sz="2400" b="1"/>
            </a:lvl1pPr>
            <a:lvl2pPr marL="914400" lvl="1" indent="-228600" algn="l">
              <a:lnSpc>
                <a:spcPct val="98000"/>
              </a:lnSpc>
              <a:spcBef>
                <a:spcPts val="1425"/>
              </a:spcBef>
              <a:spcAft>
                <a:spcPts val="0"/>
              </a:spcAft>
              <a:buSzPts val="2000"/>
              <a:buNone/>
              <a:defRPr sz="2000" b="1"/>
            </a:lvl2pPr>
            <a:lvl3pPr marL="1371600" lvl="2" indent="-228600" algn="l">
              <a:lnSpc>
                <a:spcPct val="98000"/>
              </a:lnSpc>
              <a:spcBef>
                <a:spcPts val="1138"/>
              </a:spcBef>
              <a:spcAft>
                <a:spcPts val="0"/>
              </a:spcAft>
              <a:buSzPts val="1800"/>
              <a:buNone/>
              <a:defRPr sz="1800" b="1"/>
            </a:lvl3pPr>
            <a:lvl4pPr marL="1828800" lvl="3" indent="-228600" algn="l">
              <a:lnSpc>
                <a:spcPct val="98000"/>
              </a:lnSpc>
              <a:spcBef>
                <a:spcPts val="850"/>
              </a:spcBef>
              <a:spcAft>
                <a:spcPts val="0"/>
              </a:spcAft>
              <a:buSzPts val="1600"/>
              <a:buNone/>
              <a:defRPr sz="1600" b="1"/>
            </a:lvl4pPr>
            <a:lvl5pPr marL="2286000" lvl="4" indent="-228600" algn="l">
              <a:lnSpc>
                <a:spcPct val="98000"/>
              </a:lnSpc>
              <a:spcBef>
                <a:spcPts val="575"/>
              </a:spcBef>
              <a:spcAft>
                <a:spcPts val="0"/>
              </a:spcAft>
              <a:buSzPts val="1600"/>
              <a:buNone/>
              <a:defRPr sz="1600" b="1"/>
            </a:lvl5pPr>
            <a:lvl6pPr marL="2743200" lvl="5" indent="-228600" algn="l">
              <a:lnSpc>
                <a:spcPct val="98000"/>
              </a:lnSpc>
              <a:spcBef>
                <a:spcPts val="288"/>
              </a:spcBef>
              <a:spcAft>
                <a:spcPts val="0"/>
              </a:spcAft>
              <a:buSzPts val="1600"/>
              <a:buNone/>
              <a:defRPr sz="1600" b="1"/>
            </a:lvl6pPr>
            <a:lvl7pPr marL="3200400" lvl="6" indent="-228600" algn="l">
              <a:lnSpc>
                <a:spcPct val="98000"/>
              </a:lnSpc>
              <a:spcBef>
                <a:spcPts val="288"/>
              </a:spcBef>
              <a:spcAft>
                <a:spcPts val="0"/>
              </a:spcAft>
              <a:buSzPts val="1600"/>
              <a:buNone/>
              <a:defRPr sz="1600" b="1"/>
            </a:lvl7pPr>
            <a:lvl8pPr marL="3657600" lvl="7" indent="-228600" algn="l">
              <a:lnSpc>
                <a:spcPct val="98000"/>
              </a:lnSpc>
              <a:spcBef>
                <a:spcPts val="288"/>
              </a:spcBef>
              <a:spcAft>
                <a:spcPts val="0"/>
              </a:spcAft>
              <a:buSzPts val="1600"/>
              <a:buNone/>
              <a:defRPr sz="1600" b="1"/>
            </a:lvl8pPr>
            <a:lvl9pPr marL="4114800" lvl="8" indent="-228600" algn="l">
              <a:lnSpc>
                <a:spcPct val="98000"/>
              </a:lnSpc>
              <a:spcBef>
                <a:spcPts val="288"/>
              </a:spcBef>
              <a:spcAft>
                <a:spcPts val="288"/>
              </a:spcAft>
              <a:buSzPts val="1600"/>
              <a:buNone/>
              <a:defRPr sz="1600" b="1"/>
            </a:lvl9pPr>
          </a:lstStyle>
          <a:p>
            <a:endParaRPr/>
          </a:p>
        </p:txBody>
      </p:sp>
      <p:sp>
        <p:nvSpPr>
          <p:cNvPr id="192" name="Google Shape;192;p30"/>
          <p:cNvSpPr txBox="1">
            <a:spLocks noGrp="1"/>
          </p:cNvSpPr>
          <p:nvPr>
            <p:ph type="body" idx="4"/>
          </p:nvPr>
        </p:nvSpPr>
        <p:spPr>
          <a:xfrm>
            <a:off x="6194425" y="2174875"/>
            <a:ext cx="5389563" cy="3951288"/>
          </a:xfrm>
          <a:prstGeom prst="rect">
            <a:avLst/>
          </a:prstGeom>
          <a:noFill/>
          <a:ln>
            <a:noFill/>
          </a:ln>
        </p:spPr>
        <p:txBody>
          <a:bodyPr spcFirstLastPara="1" wrap="square" lIns="90000" tIns="45000" rIns="90000" bIns="45000" anchor="t" anchorCtr="0">
            <a:noAutofit/>
          </a:bodyPr>
          <a:lstStyle>
            <a:lvl1pPr marL="457200" lvl="0" indent="-228600" algn="l">
              <a:lnSpc>
                <a:spcPct val="98000"/>
              </a:lnSpc>
              <a:spcBef>
                <a:spcPts val="0"/>
              </a:spcBef>
              <a:spcAft>
                <a:spcPts val="0"/>
              </a:spcAft>
              <a:buSzPts val="1400"/>
              <a:buNone/>
              <a:defRPr sz="2400"/>
            </a:lvl1pPr>
            <a:lvl2pPr marL="914400" lvl="1" indent="-228600" algn="l">
              <a:lnSpc>
                <a:spcPct val="98000"/>
              </a:lnSpc>
              <a:spcBef>
                <a:spcPts val="1425"/>
              </a:spcBef>
              <a:spcAft>
                <a:spcPts val="0"/>
              </a:spcAft>
              <a:buSzPts val="1400"/>
              <a:buNone/>
              <a:defRPr sz="2000"/>
            </a:lvl2pPr>
            <a:lvl3pPr marL="1371600" lvl="2" indent="-228600" algn="l">
              <a:lnSpc>
                <a:spcPct val="98000"/>
              </a:lnSpc>
              <a:spcBef>
                <a:spcPts val="1138"/>
              </a:spcBef>
              <a:spcAft>
                <a:spcPts val="0"/>
              </a:spcAft>
              <a:buSzPts val="1400"/>
              <a:buNone/>
              <a:defRPr sz="1800"/>
            </a:lvl3pPr>
            <a:lvl4pPr marL="1828800" lvl="3" indent="-228600" algn="l">
              <a:lnSpc>
                <a:spcPct val="98000"/>
              </a:lnSpc>
              <a:spcBef>
                <a:spcPts val="850"/>
              </a:spcBef>
              <a:spcAft>
                <a:spcPts val="0"/>
              </a:spcAft>
              <a:buSzPts val="1400"/>
              <a:buNone/>
              <a:defRPr sz="1600"/>
            </a:lvl4pPr>
            <a:lvl5pPr marL="2286000" lvl="4" indent="-228600" algn="l">
              <a:lnSpc>
                <a:spcPct val="98000"/>
              </a:lnSpc>
              <a:spcBef>
                <a:spcPts val="575"/>
              </a:spcBef>
              <a:spcAft>
                <a:spcPts val="0"/>
              </a:spcAft>
              <a:buSzPts val="1400"/>
              <a:buNone/>
              <a:defRPr sz="1600"/>
            </a:lvl5pPr>
            <a:lvl6pPr marL="2743200" lvl="5" indent="-228600" algn="l">
              <a:lnSpc>
                <a:spcPct val="98000"/>
              </a:lnSpc>
              <a:spcBef>
                <a:spcPts val="288"/>
              </a:spcBef>
              <a:spcAft>
                <a:spcPts val="0"/>
              </a:spcAft>
              <a:buSzPts val="1400"/>
              <a:buNone/>
              <a:defRPr sz="1600"/>
            </a:lvl6pPr>
            <a:lvl7pPr marL="3200400" lvl="6" indent="-228600" algn="l">
              <a:lnSpc>
                <a:spcPct val="98000"/>
              </a:lnSpc>
              <a:spcBef>
                <a:spcPts val="288"/>
              </a:spcBef>
              <a:spcAft>
                <a:spcPts val="0"/>
              </a:spcAft>
              <a:buSzPts val="1400"/>
              <a:buNone/>
              <a:defRPr sz="1600"/>
            </a:lvl7pPr>
            <a:lvl8pPr marL="3657600" lvl="7" indent="-228600" algn="l">
              <a:lnSpc>
                <a:spcPct val="98000"/>
              </a:lnSpc>
              <a:spcBef>
                <a:spcPts val="288"/>
              </a:spcBef>
              <a:spcAft>
                <a:spcPts val="0"/>
              </a:spcAft>
              <a:buSzPts val="1400"/>
              <a:buNone/>
              <a:defRPr sz="1600"/>
            </a:lvl8pPr>
            <a:lvl9pPr marL="4114800" lvl="8" indent="-228600" algn="l">
              <a:lnSpc>
                <a:spcPct val="98000"/>
              </a:lnSpc>
              <a:spcBef>
                <a:spcPts val="288"/>
              </a:spcBef>
              <a:spcAft>
                <a:spcPts val="288"/>
              </a:spcAft>
              <a:buSzPts val="1400"/>
              <a:buNone/>
              <a:defRPr sz="1600"/>
            </a:lvl9pPr>
          </a:lstStyle>
          <a:p>
            <a:endParaRPr/>
          </a:p>
        </p:txBody>
      </p:sp>
      <p:sp>
        <p:nvSpPr>
          <p:cNvPr id="193" name="Google Shape;193;p30"/>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30"/>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5" name="Google Shape;195;p30"/>
          <p:cNvSpPr txBox="1">
            <a:spLocks noGrp="1"/>
          </p:cNvSpPr>
          <p:nvPr>
            <p:ph type="sldNum" idx="12"/>
          </p:nvPr>
        </p:nvSpPr>
        <p:spPr>
          <a:xfrm>
            <a:off x="531813" y="787400"/>
            <a:ext cx="758825" cy="344488"/>
          </a:xfrm>
          <a:prstGeom prst="rect">
            <a:avLst/>
          </a:prstGeom>
          <a:noFill/>
          <a:ln>
            <a:noFill/>
          </a:ln>
        </p:spPr>
        <p:txBody>
          <a:bodyPr spcFirstLastPara="1" wrap="square" lIns="90000" tIns="45000" rIns="90000" bIns="45000" anchor="t" anchorCtr="0">
            <a:noAutofit/>
          </a:bodyPr>
          <a:lstStyle>
            <a:lvl1pPr marL="0" marR="0" lvl="0"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L="0" marR="0" lvl="1"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2pPr>
            <a:lvl3pPr marL="0" marR="0" lvl="2"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3pPr>
            <a:lvl4pPr marL="0" marR="0" lvl="3"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4pPr>
            <a:lvl5pPr marL="0" marR="0" lvl="4"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5pPr>
            <a:lvl6pPr marL="0" marR="0" lvl="5"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6pPr>
            <a:lvl7pPr marL="0" marR="0" lvl="6"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7pPr>
            <a:lvl8pPr marL="0" marR="0" lvl="7"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8pPr>
            <a:lvl9pPr marL="0" marR="0" lvl="8"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6"/>
        <p:cNvGrpSpPr/>
        <p:nvPr/>
      </p:nvGrpSpPr>
      <p:grpSpPr>
        <a:xfrm>
          <a:off x="0" y="0"/>
          <a:ext cx="0" cy="0"/>
          <a:chOff x="0" y="0"/>
          <a:chExt cx="0" cy="0"/>
        </a:xfrm>
      </p:grpSpPr>
      <p:sp>
        <p:nvSpPr>
          <p:cNvPr id="197" name="Google Shape;197;p31"/>
          <p:cNvSpPr txBox="1">
            <a:spLocks noGrp="1"/>
          </p:cNvSpPr>
          <p:nvPr>
            <p:ph type="title"/>
          </p:nvPr>
        </p:nvSpPr>
        <p:spPr>
          <a:xfrm>
            <a:off x="2592388" y="623888"/>
            <a:ext cx="8891587" cy="1260475"/>
          </a:xfrm>
          <a:prstGeom prst="rect">
            <a:avLst/>
          </a:prstGeom>
          <a:noFill/>
          <a:ln>
            <a:noFill/>
          </a:ln>
        </p:spPr>
        <p:txBody>
          <a:bodyPr spcFirstLastPara="1" wrap="square" lIns="90000" tIns="45000" rIns="90000" bIns="45000" anchor="t"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198" name="Google Shape;198;p31"/>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p31"/>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0" name="Google Shape;200;p31"/>
          <p:cNvSpPr txBox="1">
            <a:spLocks noGrp="1"/>
          </p:cNvSpPr>
          <p:nvPr>
            <p:ph type="sldNum" idx="12"/>
          </p:nvPr>
        </p:nvSpPr>
        <p:spPr>
          <a:xfrm>
            <a:off x="531813" y="787400"/>
            <a:ext cx="758825" cy="344488"/>
          </a:xfrm>
          <a:prstGeom prst="rect">
            <a:avLst/>
          </a:prstGeom>
          <a:noFill/>
          <a:ln>
            <a:noFill/>
          </a:ln>
        </p:spPr>
        <p:txBody>
          <a:bodyPr spcFirstLastPara="1" wrap="square" lIns="90000" tIns="45000" rIns="90000" bIns="45000" anchor="t" anchorCtr="0">
            <a:noAutofit/>
          </a:bodyPr>
          <a:lstStyle>
            <a:lvl1pPr marL="0" marR="0" lvl="0"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L="0" marR="0" lvl="1"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2pPr>
            <a:lvl3pPr marL="0" marR="0" lvl="2"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3pPr>
            <a:lvl4pPr marL="0" marR="0" lvl="3"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4pPr>
            <a:lvl5pPr marL="0" marR="0" lvl="4"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5pPr>
            <a:lvl6pPr marL="0" marR="0" lvl="5"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6pPr>
            <a:lvl7pPr marL="0" marR="0" lvl="6"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7pPr>
            <a:lvl8pPr marL="0" marR="0" lvl="7"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8pPr>
            <a:lvl9pPr marL="0" marR="0" lvl="8"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1"/>
        <p:cNvGrpSpPr/>
        <p:nvPr/>
      </p:nvGrpSpPr>
      <p:grpSpPr>
        <a:xfrm>
          <a:off x="0" y="0"/>
          <a:ext cx="0" cy="0"/>
          <a:chOff x="0" y="0"/>
          <a:chExt cx="0" cy="0"/>
        </a:xfrm>
      </p:grpSpPr>
      <p:sp>
        <p:nvSpPr>
          <p:cNvPr id="202" name="Google Shape;202;p32"/>
          <p:cNvSpPr txBox="1">
            <a:spLocks noGrp="1"/>
          </p:cNvSpPr>
          <p:nvPr>
            <p:ph type="title"/>
          </p:nvPr>
        </p:nvSpPr>
        <p:spPr>
          <a:xfrm>
            <a:off x="609600" y="273050"/>
            <a:ext cx="4011613" cy="1162050"/>
          </a:xfrm>
          <a:prstGeom prst="rect">
            <a:avLst/>
          </a:prstGeom>
          <a:noFill/>
          <a:ln>
            <a:noFill/>
          </a:ln>
        </p:spPr>
        <p:txBody>
          <a:bodyPr spcFirstLastPara="1" wrap="square" lIns="90000" tIns="45000" rIns="90000" bIns="45000" anchor="b" anchorCtr="0">
            <a:noAutofit/>
          </a:bodyPr>
          <a:lstStyle>
            <a:lvl1pPr lvl="0" algn="l">
              <a:lnSpc>
                <a:spcPct val="98000"/>
              </a:lnSpc>
              <a:spcBef>
                <a:spcPts val="0"/>
              </a:spcBef>
              <a:spcAft>
                <a:spcPts val="0"/>
              </a:spcAft>
              <a:buSzPts val="1400"/>
              <a:buNone/>
              <a:defRPr sz="2000" b="1"/>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203" name="Google Shape;203;p32"/>
          <p:cNvSpPr txBox="1">
            <a:spLocks noGrp="1"/>
          </p:cNvSpPr>
          <p:nvPr>
            <p:ph type="body" idx="1"/>
          </p:nvPr>
        </p:nvSpPr>
        <p:spPr>
          <a:xfrm>
            <a:off x="4767263" y="273050"/>
            <a:ext cx="6816725" cy="5853113"/>
          </a:xfrm>
          <a:prstGeom prst="rect">
            <a:avLst/>
          </a:prstGeom>
          <a:noFill/>
          <a:ln>
            <a:noFill/>
          </a:ln>
        </p:spPr>
        <p:txBody>
          <a:bodyPr spcFirstLastPara="1" wrap="square" lIns="90000" tIns="45000" rIns="90000" bIns="45000" anchor="t" anchorCtr="0">
            <a:noAutofit/>
          </a:bodyPr>
          <a:lstStyle>
            <a:lvl1pPr marL="457200" lvl="0" indent="-228600" algn="l">
              <a:lnSpc>
                <a:spcPct val="98000"/>
              </a:lnSpc>
              <a:spcBef>
                <a:spcPts val="0"/>
              </a:spcBef>
              <a:spcAft>
                <a:spcPts val="0"/>
              </a:spcAft>
              <a:buSzPts val="1400"/>
              <a:buNone/>
              <a:defRPr sz="3200"/>
            </a:lvl1pPr>
            <a:lvl2pPr marL="914400" lvl="1" indent="-228600" algn="l">
              <a:lnSpc>
                <a:spcPct val="98000"/>
              </a:lnSpc>
              <a:spcBef>
                <a:spcPts val="1425"/>
              </a:spcBef>
              <a:spcAft>
                <a:spcPts val="0"/>
              </a:spcAft>
              <a:buSzPts val="1400"/>
              <a:buNone/>
              <a:defRPr sz="2800"/>
            </a:lvl2pPr>
            <a:lvl3pPr marL="1371600" lvl="2" indent="-228600" algn="l">
              <a:lnSpc>
                <a:spcPct val="98000"/>
              </a:lnSpc>
              <a:spcBef>
                <a:spcPts val="1138"/>
              </a:spcBef>
              <a:spcAft>
                <a:spcPts val="0"/>
              </a:spcAft>
              <a:buSzPts val="1400"/>
              <a:buNone/>
              <a:defRPr sz="2400"/>
            </a:lvl3pPr>
            <a:lvl4pPr marL="1828800" lvl="3" indent="-228600" algn="l">
              <a:lnSpc>
                <a:spcPct val="98000"/>
              </a:lnSpc>
              <a:spcBef>
                <a:spcPts val="850"/>
              </a:spcBef>
              <a:spcAft>
                <a:spcPts val="0"/>
              </a:spcAft>
              <a:buSzPts val="1400"/>
              <a:buNone/>
              <a:defRPr sz="2000"/>
            </a:lvl4pPr>
            <a:lvl5pPr marL="2286000" lvl="4" indent="-228600" algn="l">
              <a:lnSpc>
                <a:spcPct val="98000"/>
              </a:lnSpc>
              <a:spcBef>
                <a:spcPts val="575"/>
              </a:spcBef>
              <a:spcAft>
                <a:spcPts val="0"/>
              </a:spcAft>
              <a:buSzPts val="1400"/>
              <a:buNone/>
              <a:defRPr sz="2000"/>
            </a:lvl5pPr>
            <a:lvl6pPr marL="2743200" lvl="5" indent="-228600" algn="l">
              <a:lnSpc>
                <a:spcPct val="98000"/>
              </a:lnSpc>
              <a:spcBef>
                <a:spcPts val="288"/>
              </a:spcBef>
              <a:spcAft>
                <a:spcPts val="0"/>
              </a:spcAft>
              <a:buSzPts val="1400"/>
              <a:buNone/>
              <a:defRPr sz="2000"/>
            </a:lvl6pPr>
            <a:lvl7pPr marL="3200400" lvl="6" indent="-228600" algn="l">
              <a:lnSpc>
                <a:spcPct val="98000"/>
              </a:lnSpc>
              <a:spcBef>
                <a:spcPts val="288"/>
              </a:spcBef>
              <a:spcAft>
                <a:spcPts val="0"/>
              </a:spcAft>
              <a:buSzPts val="1400"/>
              <a:buNone/>
              <a:defRPr sz="2000"/>
            </a:lvl7pPr>
            <a:lvl8pPr marL="3657600" lvl="7" indent="-228600" algn="l">
              <a:lnSpc>
                <a:spcPct val="98000"/>
              </a:lnSpc>
              <a:spcBef>
                <a:spcPts val="288"/>
              </a:spcBef>
              <a:spcAft>
                <a:spcPts val="0"/>
              </a:spcAft>
              <a:buSzPts val="1400"/>
              <a:buNone/>
              <a:defRPr sz="2000"/>
            </a:lvl8pPr>
            <a:lvl9pPr marL="4114800" lvl="8" indent="-228600" algn="l">
              <a:lnSpc>
                <a:spcPct val="98000"/>
              </a:lnSpc>
              <a:spcBef>
                <a:spcPts val="288"/>
              </a:spcBef>
              <a:spcAft>
                <a:spcPts val="288"/>
              </a:spcAft>
              <a:buSzPts val="1400"/>
              <a:buNone/>
              <a:defRPr sz="2000"/>
            </a:lvl9pPr>
          </a:lstStyle>
          <a:p>
            <a:endParaRPr/>
          </a:p>
        </p:txBody>
      </p:sp>
      <p:sp>
        <p:nvSpPr>
          <p:cNvPr id="204" name="Google Shape;204;p32"/>
          <p:cNvSpPr txBox="1">
            <a:spLocks noGrp="1"/>
          </p:cNvSpPr>
          <p:nvPr>
            <p:ph type="body" idx="2"/>
          </p:nvPr>
        </p:nvSpPr>
        <p:spPr>
          <a:xfrm>
            <a:off x="609600" y="1435100"/>
            <a:ext cx="4011613" cy="4691063"/>
          </a:xfrm>
          <a:prstGeom prst="rect">
            <a:avLst/>
          </a:prstGeom>
          <a:noFill/>
          <a:ln>
            <a:noFill/>
          </a:ln>
        </p:spPr>
        <p:txBody>
          <a:bodyPr spcFirstLastPara="1" wrap="square" lIns="90000" tIns="45000" rIns="90000" bIns="45000" anchor="t" anchorCtr="0">
            <a:noAutofit/>
          </a:bodyPr>
          <a:lstStyle>
            <a:lvl1pPr marL="457200" lvl="0" indent="-228600" algn="l">
              <a:lnSpc>
                <a:spcPct val="98000"/>
              </a:lnSpc>
              <a:spcBef>
                <a:spcPts val="0"/>
              </a:spcBef>
              <a:spcAft>
                <a:spcPts val="0"/>
              </a:spcAft>
              <a:buSzPts val="1400"/>
              <a:buNone/>
              <a:defRPr sz="1400"/>
            </a:lvl1pPr>
            <a:lvl2pPr marL="914400" lvl="1" indent="-228600" algn="l">
              <a:lnSpc>
                <a:spcPct val="98000"/>
              </a:lnSpc>
              <a:spcBef>
                <a:spcPts val="1425"/>
              </a:spcBef>
              <a:spcAft>
                <a:spcPts val="0"/>
              </a:spcAft>
              <a:buSzPts val="1200"/>
              <a:buNone/>
              <a:defRPr sz="1200"/>
            </a:lvl2pPr>
            <a:lvl3pPr marL="1371600" lvl="2" indent="-228600" algn="l">
              <a:lnSpc>
                <a:spcPct val="98000"/>
              </a:lnSpc>
              <a:spcBef>
                <a:spcPts val="1138"/>
              </a:spcBef>
              <a:spcAft>
                <a:spcPts val="0"/>
              </a:spcAft>
              <a:buSzPts val="1000"/>
              <a:buNone/>
              <a:defRPr sz="1000"/>
            </a:lvl3pPr>
            <a:lvl4pPr marL="1828800" lvl="3" indent="-228600" algn="l">
              <a:lnSpc>
                <a:spcPct val="98000"/>
              </a:lnSpc>
              <a:spcBef>
                <a:spcPts val="850"/>
              </a:spcBef>
              <a:spcAft>
                <a:spcPts val="0"/>
              </a:spcAft>
              <a:buSzPts val="900"/>
              <a:buNone/>
              <a:defRPr sz="900"/>
            </a:lvl4pPr>
            <a:lvl5pPr marL="2286000" lvl="4" indent="-228600" algn="l">
              <a:lnSpc>
                <a:spcPct val="98000"/>
              </a:lnSpc>
              <a:spcBef>
                <a:spcPts val="575"/>
              </a:spcBef>
              <a:spcAft>
                <a:spcPts val="0"/>
              </a:spcAft>
              <a:buSzPts val="900"/>
              <a:buNone/>
              <a:defRPr sz="900"/>
            </a:lvl5pPr>
            <a:lvl6pPr marL="2743200" lvl="5" indent="-228600" algn="l">
              <a:lnSpc>
                <a:spcPct val="98000"/>
              </a:lnSpc>
              <a:spcBef>
                <a:spcPts val="288"/>
              </a:spcBef>
              <a:spcAft>
                <a:spcPts val="0"/>
              </a:spcAft>
              <a:buSzPts val="900"/>
              <a:buNone/>
              <a:defRPr sz="900"/>
            </a:lvl6pPr>
            <a:lvl7pPr marL="3200400" lvl="6" indent="-228600" algn="l">
              <a:lnSpc>
                <a:spcPct val="98000"/>
              </a:lnSpc>
              <a:spcBef>
                <a:spcPts val="288"/>
              </a:spcBef>
              <a:spcAft>
                <a:spcPts val="0"/>
              </a:spcAft>
              <a:buSzPts val="900"/>
              <a:buNone/>
              <a:defRPr sz="900"/>
            </a:lvl7pPr>
            <a:lvl8pPr marL="3657600" lvl="7" indent="-228600" algn="l">
              <a:lnSpc>
                <a:spcPct val="98000"/>
              </a:lnSpc>
              <a:spcBef>
                <a:spcPts val="288"/>
              </a:spcBef>
              <a:spcAft>
                <a:spcPts val="0"/>
              </a:spcAft>
              <a:buSzPts val="900"/>
              <a:buNone/>
              <a:defRPr sz="900"/>
            </a:lvl8pPr>
            <a:lvl9pPr marL="4114800" lvl="8" indent="-228600" algn="l">
              <a:lnSpc>
                <a:spcPct val="98000"/>
              </a:lnSpc>
              <a:spcBef>
                <a:spcPts val="288"/>
              </a:spcBef>
              <a:spcAft>
                <a:spcPts val="288"/>
              </a:spcAft>
              <a:buSzPts val="900"/>
              <a:buNone/>
              <a:defRPr sz="900"/>
            </a:lvl9pPr>
          </a:lstStyle>
          <a:p>
            <a:endParaRPr/>
          </a:p>
        </p:txBody>
      </p:sp>
      <p:sp>
        <p:nvSpPr>
          <p:cNvPr id="205" name="Google Shape;205;p32"/>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6" name="Google Shape;206;p32"/>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7" name="Google Shape;207;p32"/>
          <p:cNvSpPr txBox="1">
            <a:spLocks noGrp="1"/>
          </p:cNvSpPr>
          <p:nvPr>
            <p:ph type="sldNum" idx="12"/>
          </p:nvPr>
        </p:nvSpPr>
        <p:spPr>
          <a:xfrm>
            <a:off x="531813" y="787400"/>
            <a:ext cx="758825" cy="344488"/>
          </a:xfrm>
          <a:prstGeom prst="rect">
            <a:avLst/>
          </a:prstGeom>
          <a:noFill/>
          <a:ln>
            <a:noFill/>
          </a:ln>
        </p:spPr>
        <p:txBody>
          <a:bodyPr spcFirstLastPara="1" wrap="square" lIns="90000" tIns="45000" rIns="90000" bIns="45000" anchor="t" anchorCtr="0">
            <a:noAutofit/>
          </a:bodyPr>
          <a:lstStyle>
            <a:lvl1pPr marL="0" marR="0" lvl="0"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L="0" marR="0" lvl="1"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2pPr>
            <a:lvl3pPr marL="0" marR="0" lvl="2"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3pPr>
            <a:lvl4pPr marL="0" marR="0" lvl="3"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4pPr>
            <a:lvl5pPr marL="0" marR="0" lvl="4"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5pPr>
            <a:lvl6pPr marL="0" marR="0" lvl="5"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6pPr>
            <a:lvl7pPr marL="0" marR="0" lvl="6"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7pPr>
            <a:lvl8pPr marL="0" marR="0" lvl="7"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8pPr>
            <a:lvl9pPr marL="0" marR="0" lvl="8"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08"/>
        <p:cNvGrpSpPr/>
        <p:nvPr/>
      </p:nvGrpSpPr>
      <p:grpSpPr>
        <a:xfrm>
          <a:off x="0" y="0"/>
          <a:ext cx="0" cy="0"/>
          <a:chOff x="0" y="0"/>
          <a:chExt cx="0" cy="0"/>
        </a:xfrm>
      </p:grpSpPr>
      <p:sp>
        <p:nvSpPr>
          <p:cNvPr id="209" name="Google Shape;209;p33"/>
          <p:cNvSpPr txBox="1">
            <a:spLocks noGrp="1"/>
          </p:cNvSpPr>
          <p:nvPr>
            <p:ph type="title"/>
          </p:nvPr>
        </p:nvSpPr>
        <p:spPr>
          <a:xfrm>
            <a:off x="2390775" y="4800600"/>
            <a:ext cx="7315200" cy="566738"/>
          </a:xfrm>
          <a:prstGeom prst="rect">
            <a:avLst/>
          </a:prstGeom>
          <a:noFill/>
          <a:ln>
            <a:noFill/>
          </a:ln>
        </p:spPr>
        <p:txBody>
          <a:bodyPr spcFirstLastPara="1" wrap="square" lIns="90000" tIns="45000" rIns="90000" bIns="45000" anchor="b" anchorCtr="0">
            <a:noAutofit/>
          </a:bodyPr>
          <a:lstStyle>
            <a:lvl1pPr lvl="0" algn="l">
              <a:lnSpc>
                <a:spcPct val="98000"/>
              </a:lnSpc>
              <a:spcBef>
                <a:spcPts val="0"/>
              </a:spcBef>
              <a:spcAft>
                <a:spcPts val="0"/>
              </a:spcAft>
              <a:buSzPts val="1400"/>
              <a:buNone/>
              <a:defRPr sz="2000" b="1"/>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210" name="Google Shape;210;p33"/>
          <p:cNvSpPr>
            <a:spLocks noGrp="1"/>
          </p:cNvSpPr>
          <p:nvPr>
            <p:ph type="pic" idx="2"/>
          </p:nvPr>
        </p:nvSpPr>
        <p:spPr>
          <a:xfrm>
            <a:off x="2390775" y="612775"/>
            <a:ext cx="7315200" cy="4114800"/>
          </a:xfrm>
          <a:prstGeom prst="rect">
            <a:avLst/>
          </a:prstGeom>
          <a:noFill/>
          <a:ln>
            <a:noFill/>
          </a:ln>
        </p:spPr>
      </p:sp>
      <p:sp>
        <p:nvSpPr>
          <p:cNvPr id="211" name="Google Shape;211;p33"/>
          <p:cNvSpPr txBox="1">
            <a:spLocks noGrp="1"/>
          </p:cNvSpPr>
          <p:nvPr>
            <p:ph type="body" idx="1"/>
          </p:nvPr>
        </p:nvSpPr>
        <p:spPr>
          <a:xfrm>
            <a:off x="2390775" y="5367338"/>
            <a:ext cx="7315200" cy="804862"/>
          </a:xfrm>
          <a:prstGeom prst="rect">
            <a:avLst/>
          </a:prstGeom>
          <a:noFill/>
          <a:ln>
            <a:noFill/>
          </a:ln>
        </p:spPr>
        <p:txBody>
          <a:bodyPr spcFirstLastPara="1" wrap="square" lIns="90000" tIns="45000" rIns="90000" bIns="45000" anchor="t" anchorCtr="0">
            <a:noAutofit/>
          </a:bodyPr>
          <a:lstStyle>
            <a:lvl1pPr marL="457200" lvl="0" indent="-228600" algn="l">
              <a:lnSpc>
                <a:spcPct val="98000"/>
              </a:lnSpc>
              <a:spcBef>
                <a:spcPts val="0"/>
              </a:spcBef>
              <a:spcAft>
                <a:spcPts val="0"/>
              </a:spcAft>
              <a:buSzPts val="1400"/>
              <a:buNone/>
              <a:defRPr sz="1400"/>
            </a:lvl1pPr>
            <a:lvl2pPr marL="914400" lvl="1" indent="-228600" algn="l">
              <a:lnSpc>
                <a:spcPct val="98000"/>
              </a:lnSpc>
              <a:spcBef>
                <a:spcPts val="1425"/>
              </a:spcBef>
              <a:spcAft>
                <a:spcPts val="0"/>
              </a:spcAft>
              <a:buSzPts val="1200"/>
              <a:buNone/>
              <a:defRPr sz="1200"/>
            </a:lvl2pPr>
            <a:lvl3pPr marL="1371600" lvl="2" indent="-228600" algn="l">
              <a:lnSpc>
                <a:spcPct val="98000"/>
              </a:lnSpc>
              <a:spcBef>
                <a:spcPts val="1138"/>
              </a:spcBef>
              <a:spcAft>
                <a:spcPts val="0"/>
              </a:spcAft>
              <a:buSzPts val="1000"/>
              <a:buNone/>
              <a:defRPr sz="1000"/>
            </a:lvl3pPr>
            <a:lvl4pPr marL="1828800" lvl="3" indent="-228600" algn="l">
              <a:lnSpc>
                <a:spcPct val="98000"/>
              </a:lnSpc>
              <a:spcBef>
                <a:spcPts val="850"/>
              </a:spcBef>
              <a:spcAft>
                <a:spcPts val="0"/>
              </a:spcAft>
              <a:buSzPts val="900"/>
              <a:buNone/>
              <a:defRPr sz="900"/>
            </a:lvl4pPr>
            <a:lvl5pPr marL="2286000" lvl="4" indent="-228600" algn="l">
              <a:lnSpc>
                <a:spcPct val="98000"/>
              </a:lnSpc>
              <a:spcBef>
                <a:spcPts val="575"/>
              </a:spcBef>
              <a:spcAft>
                <a:spcPts val="0"/>
              </a:spcAft>
              <a:buSzPts val="900"/>
              <a:buNone/>
              <a:defRPr sz="900"/>
            </a:lvl5pPr>
            <a:lvl6pPr marL="2743200" lvl="5" indent="-228600" algn="l">
              <a:lnSpc>
                <a:spcPct val="98000"/>
              </a:lnSpc>
              <a:spcBef>
                <a:spcPts val="288"/>
              </a:spcBef>
              <a:spcAft>
                <a:spcPts val="0"/>
              </a:spcAft>
              <a:buSzPts val="900"/>
              <a:buNone/>
              <a:defRPr sz="900"/>
            </a:lvl6pPr>
            <a:lvl7pPr marL="3200400" lvl="6" indent="-228600" algn="l">
              <a:lnSpc>
                <a:spcPct val="98000"/>
              </a:lnSpc>
              <a:spcBef>
                <a:spcPts val="288"/>
              </a:spcBef>
              <a:spcAft>
                <a:spcPts val="0"/>
              </a:spcAft>
              <a:buSzPts val="900"/>
              <a:buNone/>
              <a:defRPr sz="900"/>
            </a:lvl7pPr>
            <a:lvl8pPr marL="3657600" lvl="7" indent="-228600" algn="l">
              <a:lnSpc>
                <a:spcPct val="98000"/>
              </a:lnSpc>
              <a:spcBef>
                <a:spcPts val="288"/>
              </a:spcBef>
              <a:spcAft>
                <a:spcPts val="0"/>
              </a:spcAft>
              <a:buSzPts val="900"/>
              <a:buNone/>
              <a:defRPr sz="900"/>
            </a:lvl8pPr>
            <a:lvl9pPr marL="4114800" lvl="8" indent="-228600" algn="l">
              <a:lnSpc>
                <a:spcPct val="98000"/>
              </a:lnSpc>
              <a:spcBef>
                <a:spcPts val="288"/>
              </a:spcBef>
              <a:spcAft>
                <a:spcPts val="288"/>
              </a:spcAft>
              <a:buSzPts val="900"/>
              <a:buNone/>
              <a:defRPr sz="900"/>
            </a:lvl9pPr>
          </a:lstStyle>
          <a:p>
            <a:endParaRPr/>
          </a:p>
        </p:txBody>
      </p:sp>
      <p:sp>
        <p:nvSpPr>
          <p:cNvPr id="212" name="Google Shape;212;p33"/>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3" name="Google Shape;213;p33"/>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4" name="Google Shape;214;p33"/>
          <p:cNvSpPr txBox="1">
            <a:spLocks noGrp="1"/>
          </p:cNvSpPr>
          <p:nvPr>
            <p:ph type="sldNum" idx="12"/>
          </p:nvPr>
        </p:nvSpPr>
        <p:spPr>
          <a:xfrm>
            <a:off x="531813" y="787400"/>
            <a:ext cx="758825" cy="344488"/>
          </a:xfrm>
          <a:prstGeom prst="rect">
            <a:avLst/>
          </a:prstGeom>
          <a:noFill/>
          <a:ln>
            <a:noFill/>
          </a:ln>
        </p:spPr>
        <p:txBody>
          <a:bodyPr spcFirstLastPara="1" wrap="square" lIns="90000" tIns="45000" rIns="90000" bIns="45000" anchor="t" anchorCtr="0">
            <a:noAutofit/>
          </a:bodyPr>
          <a:lstStyle>
            <a:lvl1pPr marL="0" marR="0" lvl="0"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L="0" marR="0" lvl="1"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2pPr>
            <a:lvl3pPr marL="0" marR="0" lvl="2"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3pPr>
            <a:lvl4pPr marL="0" marR="0" lvl="3"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4pPr>
            <a:lvl5pPr marL="0" marR="0" lvl="4"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5pPr>
            <a:lvl6pPr marL="0" marR="0" lvl="5"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6pPr>
            <a:lvl7pPr marL="0" marR="0" lvl="6"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7pPr>
            <a:lvl8pPr marL="0" marR="0" lvl="7"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8pPr>
            <a:lvl9pPr marL="0" marR="0" lvl="8"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5"/>
        <p:cNvGrpSpPr/>
        <p:nvPr/>
      </p:nvGrpSpPr>
      <p:grpSpPr>
        <a:xfrm>
          <a:off x="0" y="0"/>
          <a:ext cx="0" cy="0"/>
          <a:chOff x="0" y="0"/>
          <a:chExt cx="0" cy="0"/>
        </a:xfrm>
      </p:grpSpPr>
      <p:sp>
        <p:nvSpPr>
          <p:cNvPr id="216" name="Google Shape;216;p34"/>
          <p:cNvSpPr txBox="1">
            <a:spLocks noGrp="1"/>
          </p:cNvSpPr>
          <p:nvPr>
            <p:ph type="title"/>
          </p:nvPr>
        </p:nvSpPr>
        <p:spPr>
          <a:xfrm>
            <a:off x="2592388" y="623888"/>
            <a:ext cx="8891587" cy="1260475"/>
          </a:xfrm>
          <a:prstGeom prst="rect">
            <a:avLst/>
          </a:prstGeom>
          <a:noFill/>
          <a:ln>
            <a:noFill/>
          </a:ln>
        </p:spPr>
        <p:txBody>
          <a:bodyPr spcFirstLastPara="1" wrap="square" lIns="90000" tIns="45000" rIns="90000" bIns="45000" anchor="t"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217" name="Google Shape;217;p34"/>
          <p:cNvSpPr txBox="1">
            <a:spLocks noGrp="1"/>
          </p:cNvSpPr>
          <p:nvPr>
            <p:ph type="body" idx="1"/>
          </p:nvPr>
        </p:nvSpPr>
        <p:spPr>
          <a:xfrm rot="5400000">
            <a:off x="5158582" y="-435768"/>
            <a:ext cx="3756025" cy="8894762"/>
          </a:xfrm>
          <a:prstGeom prst="rect">
            <a:avLst/>
          </a:prstGeom>
          <a:noFill/>
          <a:ln>
            <a:noFill/>
          </a:ln>
        </p:spPr>
        <p:txBody>
          <a:bodyPr spcFirstLastPara="1" wrap="square" lIns="90000" tIns="45000" rIns="90000" bIns="45000" anchor="t" anchorCtr="0">
            <a:noAutofit/>
          </a:bodyPr>
          <a:lstStyle>
            <a:lvl1pPr marL="457200" lvl="0" indent="-228600" algn="l">
              <a:lnSpc>
                <a:spcPct val="98000"/>
              </a:lnSpc>
              <a:spcBef>
                <a:spcPts val="0"/>
              </a:spcBef>
              <a:spcAft>
                <a:spcPts val="0"/>
              </a:spcAft>
              <a:buSzPts val="1400"/>
              <a:buNone/>
              <a:defRPr/>
            </a:lvl1pPr>
            <a:lvl2pPr marL="914400" lvl="1" indent="-228600" algn="l">
              <a:lnSpc>
                <a:spcPct val="98000"/>
              </a:lnSpc>
              <a:spcBef>
                <a:spcPts val="1425"/>
              </a:spcBef>
              <a:spcAft>
                <a:spcPts val="0"/>
              </a:spcAft>
              <a:buSzPts val="1400"/>
              <a:buNone/>
              <a:defRPr/>
            </a:lvl2pPr>
            <a:lvl3pPr marL="1371600" lvl="2" indent="-228600" algn="l">
              <a:lnSpc>
                <a:spcPct val="98000"/>
              </a:lnSpc>
              <a:spcBef>
                <a:spcPts val="1138"/>
              </a:spcBef>
              <a:spcAft>
                <a:spcPts val="0"/>
              </a:spcAft>
              <a:buSzPts val="1400"/>
              <a:buNone/>
              <a:defRPr/>
            </a:lvl3pPr>
            <a:lvl4pPr marL="1828800" lvl="3" indent="-228600" algn="l">
              <a:lnSpc>
                <a:spcPct val="98000"/>
              </a:lnSpc>
              <a:spcBef>
                <a:spcPts val="850"/>
              </a:spcBef>
              <a:spcAft>
                <a:spcPts val="0"/>
              </a:spcAft>
              <a:buSzPts val="1400"/>
              <a:buNone/>
              <a:defRPr/>
            </a:lvl4pPr>
            <a:lvl5pPr marL="2286000" lvl="4" indent="-228600" algn="l">
              <a:lnSpc>
                <a:spcPct val="98000"/>
              </a:lnSpc>
              <a:spcBef>
                <a:spcPts val="575"/>
              </a:spcBef>
              <a:spcAft>
                <a:spcPts val="0"/>
              </a:spcAft>
              <a:buSzPts val="1400"/>
              <a:buNone/>
              <a:defRPr/>
            </a:lvl5pPr>
            <a:lvl6pPr marL="2743200" lvl="5" indent="-228600" algn="l">
              <a:lnSpc>
                <a:spcPct val="98000"/>
              </a:lnSpc>
              <a:spcBef>
                <a:spcPts val="288"/>
              </a:spcBef>
              <a:spcAft>
                <a:spcPts val="0"/>
              </a:spcAft>
              <a:buSzPts val="1400"/>
              <a:buNone/>
              <a:defRPr/>
            </a:lvl6pPr>
            <a:lvl7pPr marL="3200400" lvl="6" indent="-228600" algn="l">
              <a:lnSpc>
                <a:spcPct val="98000"/>
              </a:lnSpc>
              <a:spcBef>
                <a:spcPts val="288"/>
              </a:spcBef>
              <a:spcAft>
                <a:spcPts val="0"/>
              </a:spcAft>
              <a:buSzPts val="1400"/>
              <a:buNone/>
              <a:defRPr/>
            </a:lvl7pPr>
            <a:lvl8pPr marL="3657600" lvl="7" indent="-228600" algn="l">
              <a:lnSpc>
                <a:spcPct val="98000"/>
              </a:lnSpc>
              <a:spcBef>
                <a:spcPts val="288"/>
              </a:spcBef>
              <a:spcAft>
                <a:spcPts val="0"/>
              </a:spcAft>
              <a:buSzPts val="1400"/>
              <a:buNone/>
              <a:defRPr/>
            </a:lvl8pPr>
            <a:lvl9pPr marL="4114800" lvl="8" indent="-228600" algn="l">
              <a:lnSpc>
                <a:spcPct val="98000"/>
              </a:lnSpc>
              <a:spcBef>
                <a:spcPts val="288"/>
              </a:spcBef>
              <a:spcAft>
                <a:spcPts val="288"/>
              </a:spcAft>
              <a:buSzPts val="1400"/>
              <a:buNone/>
              <a:defRPr/>
            </a:lvl9pPr>
          </a:lstStyle>
          <a:p>
            <a:endParaRPr/>
          </a:p>
        </p:txBody>
      </p:sp>
      <p:sp>
        <p:nvSpPr>
          <p:cNvPr id="218" name="Google Shape;218;p34"/>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9" name="Google Shape;219;p34"/>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0" name="Google Shape;220;p34"/>
          <p:cNvSpPr txBox="1">
            <a:spLocks noGrp="1"/>
          </p:cNvSpPr>
          <p:nvPr>
            <p:ph type="sldNum" idx="12"/>
          </p:nvPr>
        </p:nvSpPr>
        <p:spPr>
          <a:xfrm>
            <a:off x="531813" y="787400"/>
            <a:ext cx="758825" cy="344488"/>
          </a:xfrm>
          <a:prstGeom prst="rect">
            <a:avLst/>
          </a:prstGeom>
          <a:noFill/>
          <a:ln>
            <a:noFill/>
          </a:ln>
        </p:spPr>
        <p:txBody>
          <a:bodyPr spcFirstLastPara="1" wrap="square" lIns="90000" tIns="45000" rIns="90000" bIns="45000" anchor="t" anchorCtr="0">
            <a:noAutofit/>
          </a:bodyPr>
          <a:lstStyle>
            <a:lvl1pPr marL="0" marR="0" lvl="0"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L="0" marR="0" lvl="1"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2pPr>
            <a:lvl3pPr marL="0" marR="0" lvl="2"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3pPr>
            <a:lvl4pPr marL="0" marR="0" lvl="3"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4pPr>
            <a:lvl5pPr marL="0" marR="0" lvl="4"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5pPr>
            <a:lvl6pPr marL="0" marR="0" lvl="5"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6pPr>
            <a:lvl7pPr marL="0" marR="0" lvl="6"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7pPr>
            <a:lvl8pPr marL="0" marR="0" lvl="7"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8pPr>
            <a:lvl9pPr marL="0" marR="0" lvl="8"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1"/>
        <p:cNvGrpSpPr/>
        <p:nvPr/>
      </p:nvGrpSpPr>
      <p:grpSpPr>
        <a:xfrm>
          <a:off x="0" y="0"/>
          <a:ext cx="0" cy="0"/>
          <a:chOff x="0" y="0"/>
          <a:chExt cx="0" cy="0"/>
        </a:xfrm>
      </p:grpSpPr>
      <p:sp>
        <p:nvSpPr>
          <p:cNvPr id="222" name="Google Shape;222;p35"/>
          <p:cNvSpPr txBox="1">
            <a:spLocks noGrp="1"/>
          </p:cNvSpPr>
          <p:nvPr>
            <p:ph type="title"/>
          </p:nvPr>
        </p:nvSpPr>
        <p:spPr>
          <a:xfrm rot="5400000">
            <a:off x="7739857" y="2145507"/>
            <a:ext cx="5265737" cy="2222500"/>
          </a:xfrm>
          <a:prstGeom prst="rect">
            <a:avLst/>
          </a:prstGeom>
          <a:noFill/>
          <a:ln>
            <a:noFill/>
          </a:ln>
        </p:spPr>
        <p:txBody>
          <a:bodyPr spcFirstLastPara="1" wrap="square" lIns="90000" tIns="45000" rIns="90000" bIns="45000" anchor="t" anchorCtr="0">
            <a:noAutofit/>
          </a:bodyPr>
          <a:lstStyle>
            <a:lvl1pPr lvl="0" algn="l">
              <a:lnSpc>
                <a:spcPct val="98000"/>
              </a:lnSpc>
              <a:spcBef>
                <a:spcPts val="0"/>
              </a:spcBef>
              <a:spcAft>
                <a:spcPts val="0"/>
              </a:spcAft>
              <a:buSzPts val="1400"/>
              <a:buNone/>
              <a:defRPr/>
            </a:lvl1pPr>
            <a:lvl2pPr lvl="1" algn="l">
              <a:lnSpc>
                <a:spcPct val="98000"/>
              </a:lnSpc>
              <a:spcBef>
                <a:spcPts val="0"/>
              </a:spcBef>
              <a:spcAft>
                <a:spcPts val="0"/>
              </a:spcAft>
              <a:buSzPts val="1400"/>
              <a:buNone/>
              <a:defRPr/>
            </a:lvl2pPr>
            <a:lvl3pPr lvl="2" algn="l">
              <a:lnSpc>
                <a:spcPct val="98000"/>
              </a:lnSpc>
              <a:spcBef>
                <a:spcPts val="0"/>
              </a:spcBef>
              <a:spcAft>
                <a:spcPts val="0"/>
              </a:spcAft>
              <a:buSzPts val="1400"/>
              <a:buNone/>
              <a:defRPr/>
            </a:lvl3pPr>
            <a:lvl4pPr lvl="3" algn="l">
              <a:lnSpc>
                <a:spcPct val="98000"/>
              </a:lnSpc>
              <a:spcBef>
                <a:spcPts val="0"/>
              </a:spcBef>
              <a:spcAft>
                <a:spcPts val="0"/>
              </a:spcAft>
              <a:buSzPts val="1400"/>
              <a:buNone/>
              <a:defRPr/>
            </a:lvl4pPr>
            <a:lvl5pPr lvl="4" algn="l">
              <a:lnSpc>
                <a:spcPct val="98000"/>
              </a:lnSpc>
              <a:spcBef>
                <a:spcPts val="0"/>
              </a:spcBef>
              <a:spcAft>
                <a:spcPts val="0"/>
              </a:spcAft>
              <a:buSzPts val="1400"/>
              <a:buNone/>
              <a:defRPr/>
            </a:lvl5pPr>
            <a:lvl6pPr lvl="5" algn="l">
              <a:lnSpc>
                <a:spcPct val="98000"/>
              </a:lnSpc>
              <a:spcBef>
                <a:spcPts val="0"/>
              </a:spcBef>
              <a:spcAft>
                <a:spcPts val="0"/>
              </a:spcAft>
              <a:buSzPts val="1400"/>
              <a:buNone/>
              <a:defRPr/>
            </a:lvl6pPr>
            <a:lvl7pPr lvl="6" algn="l">
              <a:lnSpc>
                <a:spcPct val="98000"/>
              </a:lnSpc>
              <a:spcBef>
                <a:spcPts val="0"/>
              </a:spcBef>
              <a:spcAft>
                <a:spcPts val="0"/>
              </a:spcAft>
              <a:buSzPts val="1400"/>
              <a:buNone/>
              <a:defRPr/>
            </a:lvl7pPr>
            <a:lvl8pPr lvl="7" algn="l">
              <a:lnSpc>
                <a:spcPct val="98000"/>
              </a:lnSpc>
              <a:spcBef>
                <a:spcPts val="0"/>
              </a:spcBef>
              <a:spcAft>
                <a:spcPts val="0"/>
              </a:spcAft>
              <a:buSzPts val="1400"/>
              <a:buNone/>
              <a:defRPr/>
            </a:lvl8pPr>
            <a:lvl9pPr lvl="8" algn="l">
              <a:lnSpc>
                <a:spcPct val="98000"/>
              </a:lnSpc>
              <a:spcBef>
                <a:spcPts val="0"/>
              </a:spcBef>
              <a:spcAft>
                <a:spcPts val="0"/>
              </a:spcAft>
              <a:buSzPts val="1400"/>
              <a:buNone/>
              <a:defRPr/>
            </a:lvl9pPr>
          </a:lstStyle>
          <a:p>
            <a:endParaRPr/>
          </a:p>
        </p:txBody>
      </p:sp>
      <p:sp>
        <p:nvSpPr>
          <p:cNvPr id="223" name="Google Shape;223;p35"/>
          <p:cNvSpPr txBox="1">
            <a:spLocks noGrp="1"/>
          </p:cNvSpPr>
          <p:nvPr>
            <p:ph type="body" idx="1"/>
          </p:nvPr>
        </p:nvSpPr>
        <p:spPr>
          <a:xfrm rot="5400000">
            <a:off x="3216276" y="-3175"/>
            <a:ext cx="5265737" cy="6519862"/>
          </a:xfrm>
          <a:prstGeom prst="rect">
            <a:avLst/>
          </a:prstGeom>
          <a:noFill/>
          <a:ln>
            <a:noFill/>
          </a:ln>
        </p:spPr>
        <p:txBody>
          <a:bodyPr spcFirstLastPara="1" wrap="square" lIns="90000" tIns="45000" rIns="90000" bIns="45000" anchor="t" anchorCtr="0">
            <a:noAutofit/>
          </a:bodyPr>
          <a:lstStyle>
            <a:lvl1pPr marL="457200" lvl="0" indent="-228600" algn="l">
              <a:lnSpc>
                <a:spcPct val="98000"/>
              </a:lnSpc>
              <a:spcBef>
                <a:spcPts val="0"/>
              </a:spcBef>
              <a:spcAft>
                <a:spcPts val="0"/>
              </a:spcAft>
              <a:buSzPts val="1400"/>
              <a:buNone/>
              <a:defRPr/>
            </a:lvl1pPr>
            <a:lvl2pPr marL="914400" lvl="1" indent="-228600" algn="l">
              <a:lnSpc>
                <a:spcPct val="98000"/>
              </a:lnSpc>
              <a:spcBef>
                <a:spcPts val="1425"/>
              </a:spcBef>
              <a:spcAft>
                <a:spcPts val="0"/>
              </a:spcAft>
              <a:buSzPts val="1400"/>
              <a:buNone/>
              <a:defRPr/>
            </a:lvl2pPr>
            <a:lvl3pPr marL="1371600" lvl="2" indent="-228600" algn="l">
              <a:lnSpc>
                <a:spcPct val="98000"/>
              </a:lnSpc>
              <a:spcBef>
                <a:spcPts val="1138"/>
              </a:spcBef>
              <a:spcAft>
                <a:spcPts val="0"/>
              </a:spcAft>
              <a:buSzPts val="1400"/>
              <a:buNone/>
              <a:defRPr/>
            </a:lvl3pPr>
            <a:lvl4pPr marL="1828800" lvl="3" indent="-228600" algn="l">
              <a:lnSpc>
                <a:spcPct val="98000"/>
              </a:lnSpc>
              <a:spcBef>
                <a:spcPts val="850"/>
              </a:spcBef>
              <a:spcAft>
                <a:spcPts val="0"/>
              </a:spcAft>
              <a:buSzPts val="1400"/>
              <a:buNone/>
              <a:defRPr/>
            </a:lvl4pPr>
            <a:lvl5pPr marL="2286000" lvl="4" indent="-228600" algn="l">
              <a:lnSpc>
                <a:spcPct val="98000"/>
              </a:lnSpc>
              <a:spcBef>
                <a:spcPts val="575"/>
              </a:spcBef>
              <a:spcAft>
                <a:spcPts val="0"/>
              </a:spcAft>
              <a:buSzPts val="1400"/>
              <a:buNone/>
              <a:defRPr/>
            </a:lvl5pPr>
            <a:lvl6pPr marL="2743200" lvl="5" indent="-228600" algn="l">
              <a:lnSpc>
                <a:spcPct val="98000"/>
              </a:lnSpc>
              <a:spcBef>
                <a:spcPts val="288"/>
              </a:spcBef>
              <a:spcAft>
                <a:spcPts val="0"/>
              </a:spcAft>
              <a:buSzPts val="1400"/>
              <a:buNone/>
              <a:defRPr/>
            </a:lvl6pPr>
            <a:lvl7pPr marL="3200400" lvl="6" indent="-228600" algn="l">
              <a:lnSpc>
                <a:spcPct val="98000"/>
              </a:lnSpc>
              <a:spcBef>
                <a:spcPts val="288"/>
              </a:spcBef>
              <a:spcAft>
                <a:spcPts val="0"/>
              </a:spcAft>
              <a:buSzPts val="1400"/>
              <a:buNone/>
              <a:defRPr/>
            </a:lvl7pPr>
            <a:lvl8pPr marL="3657600" lvl="7" indent="-228600" algn="l">
              <a:lnSpc>
                <a:spcPct val="98000"/>
              </a:lnSpc>
              <a:spcBef>
                <a:spcPts val="288"/>
              </a:spcBef>
              <a:spcAft>
                <a:spcPts val="0"/>
              </a:spcAft>
              <a:buSzPts val="1400"/>
              <a:buNone/>
              <a:defRPr/>
            </a:lvl8pPr>
            <a:lvl9pPr marL="4114800" lvl="8" indent="-228600" algn="l">
              <a:lnSpc>
                <a:spcPct val="98000"/>
              </a:lnSpc>
              <a:spcBef>
                <a:spcPts val="288"/>
              </a:spcBef>
              <a:spcAft>
                <a:spcPts val="288"/>
              </a:spcAft>
              <a:buSzPts val="1400"/>
              <a:buNone/>
              <a:defRPr/>
            </a:lvl9pPr>
          </a:lstStyle>
          <a:p>
            <a:endParaRPr/>
          </a:p>
        </p:txBody>
      </p:sp>
      <p:sp>
        <p:nvSpPr>
          <p:cNvPr id="224" name="Google Shape;224;p35"/>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5" name="Google Shape;225;p35"/>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lvl="0" algn="l">
              <a:lnSpc>
                <a:spcPct val="100000"/>
              </a:lnSpc>
              <a:spcBef>
                <a:spcPts val="0"/>
              </a:spcBef>
              <a:spcAft>
                <a:spcPts val="0"/>
              </a:spcAft>
              <a:buSzPts val="2400"/>
              <a:buNone/>
              <a:defRPr/>
            </a:lvl1pPr>
            <a:lvl2pPr lvl="1" algn="l">
              <a:lnSpc>
                <a:spcPct val="93000"/>
              </a:lnSpc>
              <a:spcBef>
                <a:spcPts val="0"/>
              </a:spcBef>
              <a:spcAft>
                <a:spcPts val="0"/>
              </a:spcAft>
              <a:buSzPts val="1400"/>
              <a:buNone/>
              <a:defRPr/>
            </a:lvl2pPr>
            <a:lvl3pPr lvl="2" algn="l">
              <a:lnSpc>
                <a:spcPct val="93000"/>
              </a:lnSpc>
              <a:spcBef>
                <a:spcPts val="0"/>
              </a:spcBef>
              <a:spcAft>
                <a:spcPts val="0"/>
              </a:spcAft>
              <a:buSzPts val="1400"/>
              <a:buNone/>
              <a:defRPr/>
            </a:lvl3pPr>
            <a:lvl4pPr lvl="3" algn="l">
              <a:lnSpc>
                <a:spcPct val="93000"/>
              </a:lnSpc>
              <a:spcBef>
                <a:spcPts val="0"/>
              </a:spcBef>
              <a:spcAft>
                <a:spcPts val="0"/>
              </a:spcAft>
              <a:buSzPts val="1400"/>
              <a:buNone/>
              <a:defRPr/>
            </a:lvl4pPr>
            <a:lvl5pPr lvl="4" algn="l">
              <a:lnSpc>
                <a:spcPct val="93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6" name="Google Shape;226;p35"/>
          <p:cNvSpPr txBox="1">
            <a:spLocks noGrp="1"/>
          </p:cNvSpPr>
          <p:nvPr>
            <p:ph type="sldNum" idx="12"/>
          </p:nvPr>
        </p:nvSpPr>
        <p:spPr>
          <a:xfrm>
            <a:off x="531813" y="787400"/>
            <a:ext cx="758825" cy="344488"/>
          </a:xfrm>
          <a:prstGeom prst="rect">
            <a:avLst/>
          </a:prstGeom>
          <a:noFill/>
          <a:ln>
            <a:noFill/>
          </a:ln>
        </p:spPr>
        <p:txBody>
          <a:bodyPr spcFirstLastPara="1" wrap="square" lIns="90000" tIns="45000" rIns="90000" bIns="45000" anchor="t" anchorCtr="0">
            <a:noAutofit/>
          </a:bodyPr>
          <a:lstStyle>
            <a:lvl1pPr marL="0" marR="0" lvl="0"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L="0" marR="0" lvl="1"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2pPr>
            <a:lvl3pPr marL="0" marR="0" lvl="2"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3pPr>
            <a:lvl4pPr marL="0" marR="0" lvl="3"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4pPr>
            <a:lvl5pPr marL="0" marR="0" lvl="4"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5pPr>
            <a:lvl6pPr marL="0" marR="0" lvl="5"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6pPr>
            <a:lvl7pPr marL="0" marR="0" lvl="6"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7pPr>
            <a:lvl8pPr marL="0" marR="0" lvl="7"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8pPr>
            <a:lvl9pPr marL="0" marR="0" lvl="8" indent="0" algn="l">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s-A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CEE9F8"/>
            </a:gs>
          </a:gsLst>
          <a:path path="circle">
            <a:fillToRect l="50000" t="50000" r="50000" b="50000"/>
          </a:path>
          <a:tileRect/>
        </a:gradFill>
        <a:effectLst/>
      </p:bgPr>
    </p:bg>
    <p:spTree>
      <p:nvGrpSpPr>
        <p:cNvPr id="1" name="Shape 21"/>
        <p:cNvGrpSpPr/>
        <p:nvPr/>
      </p:nvGrpSpPr>
      <p:grpSpPr>
        <a:xfrm>
          <a:off x="0" y="0"/>
          <a:ext cx="0" cy="0"/>
          <a:chOff x="0" y="0"/>
          <a:chExt cx="0" cy="0"/>
        </a:xfrm>
      </p:grpSpPr>
      <p:grpSp>
        <p:nvGrpSpPr>
          <p:cNvPr id="22" name="Google Shape;22;p12"/>
          <p:cNvGrpSpPr/>
          <p:nvPr/>
        </p:nvGrpSpPr>
        <p:grpSpPr>
          <a:xfrm>
            <a:off x="0" y="228600"/>
            <a:ext cx="2830513" cy="6618288"/>
            <a:chOff x="0" y="144"/>
            <a:chExt cx="1783" cy="4169"/>
          </a:xfrm>
        </p:grpSpPr>
        <p:sp>
          <p:nvSpPr>
            <p:cNvPr id="23" name="Google Shape;23;p12"/>
            <p:cNvSpPr/>
            <p:nvPr/>
          </p:nvSpPr>
          <p:spPr>
            <a:xfrm>
              <a:off x="0" y="1622"/>
              <a:ext cx="50" cy="381"/>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4" name="Google Shape;24;p12"/>
            <p:cNvSpPr/>
            <p:nvPr/>
          </p:nvSpPr>
          <p:spPr>
            <a:xfrm>
              <a:off x="81" y="1988"/>
              <a:ext cx="394" cy="1450"/>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 name="Google Shape;25;p12"/>
            <p:cNvSpPr/>
            <p:nvPr/>
          </p:nvSpPr>
          <p:spPr>
            <a:xfrm>
              <a:off x="508" y="3431"/>
              <a:ext cx="371" cy="881"/>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6" name="Google Shape;26;p12"/>
            <p:cNvSpPr/>
            <p:nvPr/>
          </p:nvSpPr>
          <p:spPr>
            <a:xfrm>
              <a:off x="605" y="4097"/>
              <a:ext cx="95" cy="216"/>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 name="Google Shape;27;p12"/>
            <p:cNvSpPr/>
            <p:nvPr/>
          </p:nvSpPr>
          <p:spPr>
            <a:xfrm>
              <a:off x="63" y="2016"/>
              <a:ext cx="504" cy="2084"/>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8" name="Google Shape;28;p12"/>
            <p:cNvSpPr/>
            <p:nvPr/>
          </p:nvSpPr>
          <p:spPr>
            <a:xfrm>
              <a:off x="14" y="144"/>
              <a:ext cx="54" cy="1831"/>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 name="Google Shape;29;p12"/>
            <p:cNvSpPr/>
            <p:nvPr/>
          </p:nvSpPr>
          <p:spPr>
            <a:xfrm>
              <a:off x="49" y="1855"/>
              <a:ext cx="36" cy="298"/>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 name="Google Shape;30;p12"/>
            <p:cNvSpPr/>
            <p:nvPr/>
          </p:nvSpPr>
          <p:spPr>
            <a:xfrm>
              <a:off x="485" y="3451"/>
              <a:ext cx="107" cy="632"/>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 name="Google Shape;31;p12"/>
            <p:cNvSpPr/>
            <p:nvPr/>
          </p:nvSpPr>
          <p:spPr>
            <a:xfrm>
              <a:off x="488" y="881"/>
              <a:ext cx="1295" cy="2537"/>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2" name="Google Shape;32;p12"/>
            <p:cNvSpPr/>
            <p:nvPr/>
          </p:nvSpPr>
          <p:spPr>
            <a:xfrm>
              <a:off x="581" y="4113"/>
              <a:ext cx="89" cy="199"/>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3" name="Google Shape;33;p12"/>
            <p:cNvSpPr/>
            <p:nvPr/>
          </p:nvSpPr>
          <p:spPr>
            <a:xfrm>
              <a:off x="485" y="3376"/>
              <a:ext cx="10" cy="126"/>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 name="Google Shape;34;p12"/>
            <p:cNvSpPr/>
            <p:nvPr/>
          </p:nvSpPr>
          <p:spPr>
            <a:xfrm>
              <a:off x="535" y="3934"/>
              <a:ext cx="137" cy="379"/>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grpSp>
        <p:nvGrpSpPr>
          <p:cNvPr id="35" name="Google Shape;35;p12"/>
          <p:cNvGrpSpPr/>
          <p:nvPr/>
        </p:nvGrpSpPr>
        <p:grpSpPr>
          <a:xfrm>
            <a:off x="26988" y="0"/>
            <a:ext cx="2335212" cy="6832600"/>
            <a:chOff x="17" y="0"/>
            <a:chExt cx="1471" cy="4304"/>
          </a:xfrm>
        </p:grpSpPr>
        <p:sp>
          <p:nvSpPr>
            <p:cNvPr id="36" name="Google Shape;36;p12"/>
            <p:cNvSpPr/>
            <p:nvPr/>
          </p:nvSpPr>
          <p:spPr>
            <a:xfrm>
              <a:off x="17" y="0"/>
              <a:ext cx="298" cy="2759"/>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 name="Google Shape;37;p12"/>
            <p:cNvSpPr/>
            <p:nvPr/>
          </p:nvSpPr>
          <p:spPr>
            <a:xfrm>
              <a:off x="347" y="2719"/>
              <a:ext cx="253" cy="983"/>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8" name="Google Shape;38;p12"/>
            <p:cNvSpPr/>
            <p:nvPr/>
          </p:nvSpPr>
          <p:spPr>
            <a:xfrm>
              <a:off x="634" y="3693"/>
              <a:ext cx="258" cy="611"/>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9" name="Google Shape;39;p12"/>
            <p:cNvSpPr/>
            <p:nvPr/>
          </p:nvSpPr>
          <p:spPr>
            <a:xfrm>
              <a:off x="329" y="2749"/>
              <a:ext cx="334" cy="1395"/>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 name="Google Shape;40;p12"/>
            <p:cNvSpPr/>
            <p:nvPr/>
          </p:nvSpPr>
          <p:spPr>
            <a:xfrm>
              <a:off x="295" y="812"/>
              <a:ext cx="97" cy="1894"/>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 name="Google Shape;41;p12"/>
            <p:cNvSpPr/>
            <p:nvPr/>
          </p:nvSpPr>
          <p:spPr>
            <a:xfrm>
              <a:off x="700" y="4139"/>
              <a:ext cx="71" cy="164"/>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 name="Google Shape;42;p12"/>
            <p:cNvSpPr/>
            <p:nvPr/>
          </p:nvSpPr>
          <p:spPr>
            <a:xfrm>
              <a:off x="317" y="2587"/>
              <a:ext cx="39" cy="309"/>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 name="Google Shape;43;p12"/>
            <p:cNvSpPr/>
            <p:nvPr/>
          </p:nvSpPr>
          <p:spPr>
            <a:xfrm>
              <a:off x="613" y="1982"/>
              <a:ext cx="875" cy="1698"/>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 name="Google Shape;44;p12"/>
            <p:cNvSpPr/>
            <p:nvPr/>
          </p:nvSpPr>
          <p:spPr>
            <a:xfrm>
              <a:off x="676" y="4158"/>
              <a:ext cx="63" cy="146"/>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 name="Google Shape;45;p12"/>
            <p:cNvSpPr/>
            <p:nvPr/>
          </p:nvSpPr>
          <p:spPr>
            <a:xfrm>
              <a:off x="613" y="3715"/>
              <a:ext cx="74" cy="412"/>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 name="Google Shape;46;p12"/>
            <p:cNvSpPr/>
            <p:nvPr/>
          </p:nvSpPr>
          <p:spPr>
            <a:xfrm>
              <a:off x="613" y="3636"/>
              <a:ext cx="11" cy="130"/>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 name="Google Shape;47;p12"/>
            <p:cNvSpPr/>
            <p:nvPr/>
          </p:nvSpPr>
          <p:spPr>
            <a:xfrm>
              <a:off x="634" y="3983"/>
              <a:ext cx="119" cy="321"/>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48" name="Google Shape;48;p12"/>
          <p:cNvSpPr/>
          <p:nvPr/>
        </p:nvSpPr>
        <p:spPr>
          <a:xfrm>
            <a:off x="0" y="0"/>
            <a:ext cx="182563" cy="6858000"/>
          </a:xfrm>
          <a:prstGeom prst="rect">
            <a:avLst/>
          </a:pr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 name="Google Shape;49;p12"/>
          <p:cNvSpPr txBox="1">
            <a:spLocks noGrp="1"/>
          </p:cNvSpPr>
          <p:nvPr>
            <p:ph type="title"/>
          </p:nvPr>
        </p:nvSpPr>
        <p:spPr>
          <a:xfrm>
            <a:off x="2589213" y="2514600"/>
            <a:ext cx="8894762" cy="2241550"/>
          </a:xfrm>
          <a:prstGeom prst="rect">
            <a:avLst/>
          </a:prstGeom>
          <a:noFill/>
          <a:ln>
            <a:noFill/>
          </a:ln>
        </p:spPr>
        <p:txBody>
          <a:bodyPr spcFirstLastPara="1" wrap="square" lIns="90000" tIns="45000" rIns="90000" bIns="45000" anchor="b" anchorCtr="0">
            <a:noAutofit/>
          </a:bodyPr>
          <a:lstStyle>
            <a:lvl1pPr marR="0" lvl="0"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1pPr>
            <a:lvl2pPr marR="0" lvl="1"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2pPr>
            <a:lvl3pPr marR="0" lvl="2"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3pPr>
            <a:lvl4pPr marR="0" lvl="3"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4pPr>
            <a:lvl5pPr marR="0" lvl="4"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5pPr>
            <a:lvl6pPr marR="0" lvl="5"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6pPr>
            <a:lvl7pPr marR="0" lvl="6"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7pPr>
            <a:lvl8pPr marR="0" lvl="7"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8pPr>
            <a:lvl9pPr marR="0" lvl="8"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9pPr>
          </a:lstStyle>
          <a:p>
            <a:endParaRPr/>
          </a:p>
        </p:txBody>
      </p:sp>
      <p:sp>
        <p:nvSpPr>
          <p:cNvPr id="50" name="Google Shape;50;p12"/>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marR="0" lvl="0" algn="l" rtl="0">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R="0" lvl="1"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51" name="Google Shape;51;p12"/>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marR="0" lvl="0" algn="l" rtl="0">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R="0" lvl="1"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52" name="Google Shape;52;p12"/>
          <p:cNvSpPr/>
          <p:nvPr/>
        </p:nvSpPr>
        <p:spPr>
          <a:xfrm>
            <a:off x="0" y="4324350"/>
            <a:ext cx="1744663" cy="777875"/>
          </a:xfrm>
          <a:custGeom>
            <a:avLst/>
            <a:gdLst/>
            <a:ahLst/>
            <a:cxnLst/>
            <a:rect l="l" t="t" r="r" b="b"/>
            <a:pathLst>
              <a:path w="372" h="166" extrusionOk="0">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rgbClr val="0F6FC6"/>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 name="Google Shape;53;p12"/>
          <p:cNvSpPr txBox="1">
            <a:spLocks noGrp="1"/>
          </p:cNvSpPr>
          <p:nvPr>
            <p:ph type="sldNum" idx="12"/>
          </p:nvPr>
        </p:nvSpPr>
        <p:spPr>
          <a:xfrm>
            <a:off x="531813" y="4529138"/>
            <a:ext cx="758825" cy="344487"/>
          </a:xfrm>
          <a:prstGeom prst="rect">
            <a:avLst/>
          </a:prstGeom>
          <a:noFill/>
          <a:ln>
            <a:noFill/>
          </a:ln>
        </p:spPr>
        <p:txBody>
          <a:bodyPr spcFirstLastPara="1" wrap="square" lIns="90000" tIns="45000" rIns="90000" bIns="45000" anchor="t" anchorCtr="0">
            <a:noAutofit/>
          </a:bodyPr>
          <a:lstStyle>
            <a:lvl1pPr marL="0" marR="0" lvl="0" indent="0" algn="l" rtl="0">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1pPr>
            <a:lvl2pPr marL="0" marR="0" lvl="1" indent="0" algn="l" rtl="0">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2pPr>
            <a:lvl3pPr marL="0" marR="0" lvl="2" indent="0" algn="l" rtl="0">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3pPr>
            <a:lvl4pPr marL="0" marR="0" lvl="3" indent="0" algn="l" rtl="0">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4pPr>
            <a:lvl5pPr marL="0" marR="0" lvl="4" indent="0" algn="l" rtl="0">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5pPr>
            <a:lvl6pPr marL="0" marR="0" lvl="5" indent="0" algn="l" rtl="0">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6pPr>
            <a:lvl7pPr marL="0" marR="0" lvl="6" indent="0" algn="l" rtl="0">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7pPr>
            <a:lvl8pPr marL="0" marR="0" lvl="7" indent="0" algn="l" rtl="0">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8pPr>
            <a:lvl9pPr marL="0" marR="0" lvl="8" indent="0" algn="l" rtl="0">
              <a:lnSpc>
                <a:spcPct val="93000"/>
              </a:lnSpc>
              <a:spcBef>
                <a:spcPts val="0"/>
              </a:spcBef>
              <a:spcAft>
                <a:spcPts val="0"/>
              </a:spcAft>
              <a:buClr>
                <a:srgbClr val="FFFFFF"/>
              </a:buClr>
              <a:buSzPts val="1800"/>
              <a:buFont typeface="Times New Roman"/>
              <a:buNone/>
              <a:defRPr sz="1800" b="0" i="0" u="none" strike="noStrike" cap="none">
                <a:solidFill>
                  <a:srgbClr val="FFFFFF"/>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AR"/>
              <a:t>‹Nº›</a:t>
            </a:fld>
            <a:endParaRPr/>
          </a:p>
        </p:txBody>
      </p:sp>
      <p:sp>
        <p:nvSpPr>
          <p:cNvPr id="54" name="Google Shape;54;p12"/>
          <p:cNvSpPr txBox="1">
            <a:spLocks noGrp="1"/>
          </p:cNvSpPr>
          <p:nvPr>
            <p:ph type="body" idx="1"/>
          </p:nvPr>
        </p:nvSpPr>
        <p:spPr>
          <a:xfrm>
            <a:off x="609600" y="1604963"/>
            <a:ext cx="10952163" cy="4505325"/>
          </a:xfrm>
          <a:prstGeom prst="rect">
            <a:avLst/>
          </a:prstGeom>
          <a:noFill/>
          <a:ln>
            <a:noFill/>
          </a:ln>
        </p:spPr>
        <p:txBody>
          <a:bodyPr spcFirstLastPara="1" wrap="square" lIns="0" tIns="4675" rIns="0" bIns="0" anchor="t" anchorCtr="0">
            <a:noAutofit/>
          </a:bodyPr>
          <a:lstStyle>
            <a:lvl1pPr marL="457200" marR="0" lvl="0" indent="-228600" algn="l" rtl="0">
              <a:lnSpc>
                <a:spcPct val="98000"/>
              </a:lnSpc>
              <a:spcBef>
                <a:spcPts val="0"/>
              </a:spcBef>
              <a:spcAft>
                <a:spcPts val="0"/>
              </a:spcAft>
              <a:buClr>
                <a:srgbClr val="000000"/>
              </a:buClr>
              <a:buSzPts val="1400"/>
              <a:buFont typeface="Arial"/>
              <a:buNone/>
              <a:defRPr sz="1800" b="0" i="0" u="none" strike="noStrike" cap="none">
                <a:solidFill>
                  <a:srgbClr val="404040"/>
                </a:solidFill>
                <a:latin typeface="Century Gothic"/>
                <a:ea typeface="Century Gothic"/>
                <a:cs typeface="Century Gothic"/>
                <a:sym typeface="Century Gothic"/>
              </a:defRPr>
            </a:lvl1pPr>
            <a:lvl2pPr marL="914400" marR="0" lvl="1" indent="-228600" algn="l" rtl="0">
              <a:lnSpc>
                <a:spcPct val="98000"/>
              </a:lnSpc>
              <a:spcBef>
                <a:spcPts val="1425"/>
              </a:spcBef>
              <a:spcAft>
                <a:spcPts val="0"/>
              </a:spcAft>
              <a:buClr>
                <a:srgbClr val="000000"/>
              </a:buClr>
              <a:buSzPts val="1400"/>
              <a:buFont typeface="Arial"/>
              <a:buNone/>
              <a:defRPr sz="1400" b="0" i="0" u="none" strike="noStrike" cap="none">
                <a:solidFill>
                  <a:srgbClr val="404040"/>
                </a:solidFill>
                <a:latin typeface="Century Gothic"/>
                <a:ea typeface="Century Gothic"/>
                <a:cs typeface="Century Gothic"/>
                <a:sym typeface="Century Gothic"/>
              </a:defRPr>
            </a:lvl2pPr>
            <a:lvl3pPr marL="1371600" marR="0" lvl="2" indent="-228600" algn="l" rtl="0">
              <a:lnSpc>
                <a:spcPct val="98000"/>
              </a:lnSpc>
              <a:spcBef>
                <a:spcPts val="1138"/>
              </a:spcBef>
              <a:spcAft>
                <a:spcPts val="0"/>
              </a:spcAft>
              <a:buClr>
                <a:srgbClr val="000000"/>
              </a:buClr>
              <a:buSzPts val="1400"/>
              <a:buFont typeface="Arial"/>
              <a:buNone/>
              <a:defRPr sz="1200" b="0" i="0" u="none" strike="noStrike" cap="none">
                <a:solidFill>
                  <a:srgbClr val="404040"/>
                </a:solidFill>
                <a:latin typeface="Century Gothic"/>
                <a:ea typeface="Century Gothic"/>
                <a:cs typeface="Century Gothic"/>
                <a:sym typeface="Century Gothic"/>
              </a:defRPr>
            </a:lvl3pPr>
            <a:lvl4pPr marL="1828800" marR="0" lvl="3" indent="-228600" algn="l" rtl="0">
              <a:lnSpc>
                <a:spcPct val="98000"/>
              </a:lnSpc>
              <a:spcBef>
                <a:spcPts val="850"/>
              </a:spcBef>
              <a:spcAft>
                <a:spcPts val="0"/>
              </a:spcAft>
              <a:buClr>
                <a:srgbClr val="000000"/>
              </a:buClr>
              <a:buSzPts val="1400"/>
              <a:buFont typeface="Arial"/>
              <a:buNone/>
              <a:defRPr sz="1200" b="0" i="0" u="none" strike="noStrike" cap="none">
                <a:solidFill>
                  <a:srgbClr val="404040"/>
                </a:solidFill>
                <a:latin typeface="Century Gothic"/>
                <a:ea typeface="Century Gothic"/>
                <a:cs typeface="Century Gothic"/>
                <a:sym typeface="Century Gothic"/>
              </a:defRPr>
            </a:lvl4pPr>
            <a:lvl5pPr marL="2286000" marR="0" lvl="4" indent="-228600" algn="l" rtl="0">
              <a:lnSpc>
                <a:spcPct val="98000"/>
              </a:lnSpc>
              <a:spcBef>
                <a:spcPts val="575"/>
              </a:spcBef>
              <a:spcAft>
                <a:spcPts val="0"/>
              </a:spcAft>
              <a:buClr>
                <a:srgbClr val="000000"/>
              </a:buClr>
              <a:buSzPts val="1400"/>
              <a:buFont typeface="Arial"/>
              <a:buNone/>
              <a:defRPr sz="2000" b="0" i="0" u="none" strike="noStrike" cap="none">
                <a:solidFill>
                  <a:srgbClr val="404040"/>
                </a:solidFill>
                <a:latin typeface="Century Gothic"/>
                <a:ea typeface="Century Gothic"/>
                <a:cs typeface="Century Gothic"/>
                <a:sym typeface="Century Gothic"/>
              </a:defRPr>
            </a:lvl5pPr>
            <a:lvl6pPr marL="2743200" marR="0" lvl="5" indent="-228600" algn="l" rtl="0">
              <a:lnSpc>
                <a:spcPct val="98000"/>
              </a:lnSpc>
              <a:spcBef>
                <a:spcPts val="288"/>
              </a:spcBef>
              <a:spcAft>
                <a:spcPts val="0"/>
              </a:spcAft>
              <a:buClr>
                <a:srgbClr val="000000"/>
              </a:buClr>
              <a:buSzPts val="1400"/>
              <a:buFont typeface="Arial"/>
              <a:buNone/>
              <a:defRPr sz="2000" b="0" i="0" u="none" strike="noStrike" cap="none">
                <a:solidFill>
                  <a:srgbClr val="404040"/>
                </a:solidFill>
                <a:latin typeface="Century Gothic"/>
                <a:ea typeface="Century Gothic"/>
                <a:cs typeface="Century Gothic"/>
                <a:sym typeface="Century Gothic"/>
              </a:defRPr>
            </a:lvl6pPr>
            <a:lvl7pPr marL="3200400" marR="0" lvl="6" indent="-228600" algn="l" rtl="0">
              <a:lnSpc>
                <a:spcPct val="98000"/>
              </a:lnSpc>
              <a:spcBef>
                <a:spcPts val="288"/>
              </a:spcBef>
              <a:spcAft>
                <a:spcPts val="0"/>
              </a:spcAft>
              <a:buClr>
                <a:srgbClr val="000000"/>
              </a:buClr>
              <a:buSzPts val="1400"/>
              <a:buFont typeface="Arial"/>
              <a:buNone/>
              <a:defRPr sz="2000" b="0" i="0" u="none" strike="noStrike" cap="none">
                <a:solidFill>
                  <a:srgbClr val="404040"/>
                </a:solidFill>
                <a:latin typeface="Century Gothic"/>
                <a:ea typeface="Century Gothic"/>
                <a:cs typeface="Century Gothic"/>
                <a:sym typeface="Century Gothic"/>
              </a:defRPr>
            </a:lvl7pPr>
            <a:lvl8pPr marL="3657600" marR="0" lvl="7" indent="-228600" algn="l" rtl="0">
              <a:lnSpc>
                <a:spcPct val="98000"/>
              </a:lnSpc>
              <a:spcBef>
                <a:spcPts val="288"/>
              </a:spcBef>
              <a:spcAft>
                <a:spcPts val="0"/>
              </a:spcAft>
              <a:buClr>
                <a:srgbClr val="000000"/>
              </a:buClr>
              <a:buSzPts val="1400"/>
              <a:buFont typeface="Arial"/>
              <a:buNone/>
              <a:defRPr sz="2000" b="0" i="0" u="none" strike="noStrike" cap="none">
                <a:solidFill>
                  <a:srgbClr val="404040"/>
                </a:solidFill>
                <a:latin typeface="Century Gothic"/>
                <a:ea typeface="Century Gothic"/>
                <a:cs typeface="Century Gothic"/>
                <a:sym typeface="Century Gothic"/>
              </a:defRPr>
            </a:lvl8pPr>
            <a:lvl9pPr marL="4114800" marR="0" lvl="8" indent="-228600" algn="l" rtl="0">
              <a:lnSpc>
                <a:spcPct val="98000"/>
              </a:lnSpc>
              <a:spcBef>
                <a:spcPts val="288"/>
              </a:spcBef>
              <a:spcAft>
                <a:spcPts val="288"/>
              </a:spcAft>
              <a:buClr>
                <a:srgbClr val="000000"/>
              </a:buClr>
              <a:buSzPts val="1400"/>
              <a:buFont typeface="Arial"/>
              <a:buNone/>
              <a:defRPr sz="2000" b="0" i="0" u="none" strike="noStrike" cap="none">
                <a:solidFill>
                  <a:srgbClr val="404040"/>
                </a:solidFill>
                <a:latin typeface="Century Gothic"/>
                <a:ea typeface="Century Gothic"/>
                <a:cs typeface="Century Gothic"/>
                <a:sym typeface="Century Gothic"/>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FFFFFF"/>
            </a:gs>
            <a:gs pos="100000">
              <a:srgbClr val="CEE9F8"/>
            </a:gs>
          </a:gsLst>
          <a:path path="circle">
            <a:fillToRect l="50000" t="50000" r="50000" b="50000"/>
          </a:path>
          <a:tileRect/>
        </a:gradFill>
        <a:effectLst/>
      </p:bgPr>
    </p:bg>
    <p:spTree>
      <p:nvGrpSpPr>
        <p:cNvPr id="1" name="Shape 124"/>
        <p:cNvGrpSpPr/>
        <p:nvPr/>
      </p:nvGrpSpPr>
      <p:grpSpPr>
        <a:xfrm>
          <a:off x="0" y="0"/>
          <a:ext cx="0" cy="0"/>
          <a:chOff x="0" y="0"/>
          <a:chExt cx="0" cy="0"/>
        </a:xfrm>
      </p:grpSpPr>
      <p:grpSp>
        <p:nvGrpSpPr>
          <p:cNvPr id="125" name="Google Shape;125;p14"/>
          <p:cNvGrpSpPr/>
          <p:nvPr/>
        </p:nvGrpSpPr>
        <p:grpSpPr>
          <a:xfrm>
            <a:off x="0" y="228600"/>
            <a:ext cx="2830513" cy="6618288"/>
            <a:chOff x="0" y="144"/>
            <a:chExt cx="1783" cy="4169"/>
          </a:xfrm>
        </p:grpSpPr>
        <p:sp>
          <p:nvSpPr>
            <p:cNvPr id="126" name="Google Shape;126;p14"/>
            <p:cNvSpPr/>
            <p:nvPr/>
          </p:nvSpPr>
          <p:spPr>
            <a:xfrm>
              <a:off x="0" y="1622"/>
              <a:ext cx="50" cy="381"/>
            </a:xfrm>
            <a:custGeom>
              <a:avLst/>
              <a:gdLst/>
              <a:ahLst/>
              <a:cxnLst/>
              <a:rect l="l" t="t" r="r" b="b"/>
              <a:pathLst>
                <a:path w="22" h="136" extrusionOk="0">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7" name="Google Shape;127;p14"/>
            <p:cNvSpPr/>
            <p:nvPr/>
          </p:nvSpPr>
          <p:spPr>
            <a:xfrm>
              <a:off x="81" y="1988"/>
              <a:ext cx="394" cy="1450"/>
            </a:xfrm>
            <a:custGeom>
              <a:avLst/>
              <a:gdLst/>
              <a:ahLst/>
              <a:cxnLst/>
              <a:rect l="l" t="t" r="r" b="b"/>
              <a:pathLst>
                <a:path w="140" h="504" extrusionOk="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8" name="Google Shape;128;p14"/>
            <p:cNvSpPr/>
            <p:nvPr/>
          </p:nvSpPr>
          <p:spPr>
            <a:xfrm>
              <a:off x="508" y="3431"/>
              <a:ext cx="371" cy="881"/>
            </a:xfrm>
            <a:custGeom>
              <a:avLst/>
              <a:gdLst/>
              <a:ahLst/>
              <a:cxnLst/>
              <a:rect l="l" t="t" r="r" b="b"/>
              <a:pathLst>
                <a:path w="132" h="308" extrusionOk="0">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9" name="Google Shape;129;p14"/>
            <p:cNvSpPr/>
            <p:nvPr/>
          </p:nvSpPr>
          <p:spPr>
            <a:xfrm>
              <a:off x="605" y="4097"/>
              <a:ext cx="95" cy="216"/>
            </a:xfrm>
            <a:custGeom>
              <a:avLst/>
              <a:gdLst/>
              <a:ahLst/>
              <a:cxnLst/>
              <a:rect l="l" t="t" r="r" b="b"/>
              <a:pathLst>
                <a:path w="37" h="79" extrusionOk="0">
                  <a:moveTo>
                    <a:pt x="28" y="79"/>
                  </a:moveTo>
                  <a:cubicBezTo>
                    <a:pt x="37" y="79"/>
                    <a:pt x="37" y="79"/>
                    <a:pt x="37" y="79"/>
                  </a:cubicBezTo>
                  <a:cubicBezTo>
                    <a:pt x="24" y="53"/>
                    <a:pt x="12" y="27"/>
                    <a:pt x="0" y="0"/>
                  </a:cubicBezTo>
                  <a:cubicBezTo>
                    <a:pt x="8" y="27"/>
                    <a:pt x="17" y="53"/>
                    <a:pt x="28" y="79"/>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0" name="Google Shape;130;p14"/>
            <p:cNvSpPr/>
            <p:nvPr/>
          </p:nvSpPr>
          <p:spPr>
            <a:xfrm>
              <a:off x="63" y="2016"/>
              <a:ext cx="504" cy="2084"/>
            </a:xfrm>
            <a:custGeom>
              <a:avLst/>
              <a:gdLst/>
              <a:ahLst/>
              <a:cxnLst/>
              <a:rect l="l" t="t" r="r" b="b"/>
              <a:pathLst>
                <a:path w="178" h="722" extrusionOk="0">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1" name="Google Shape;131;p14"/>
            <p:cNvSpPr/>
            <p:nvPr/>
          </p:nvSpPr>
          <p:spPr>
            <a:xfrm>
              <a:off x="14" y="144"/>
              <a:ext cx="54" cy="1831"/>
            </a:xfrm>
            <a:custGeom>
              <a:avLst/>
              <a:gdLst/>
              <a:ahLst/>
              <a:cxnLst/>
              <a:rect l="l" t="t" r="r" b="b"/>
              <a:pathLst>
                <a:path w="23" h="635" extrusionOk="0">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2" name="Google Shape;132;p14"/>
            <p:cNvSpPr/>
            <p:nvPr/>
          </p:nvSpPr>
          <p:spPr>
            <a:xfrm>
              <a:off x="49" y="1855"/>
              <a:ext cx="36" cy="298"/>
            </a:xfrm>
            <a:custGeom>
              <a:avLst/>
              <a:gdLst/>
              <a:ahLst/>
              <a:cxnLst/>
              <a:rect l="l" t="t" r="r" b="b"/>
              <a:pathLst>
                <a:path w="17" h="107" extrusionOk="0">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3" name="Google Shape;133;p14"/>
            <p:cNvSpPr/>
            <p:nvPr/>
          </p:nvSpPr>
          <p:spPr>
            <a:xfrm>
              <a:off x="485" y="3451"/>
              <a:ext cx="107" cy="632"/>
            </a:xfrm>
            <a:custGeom>
              <a:avLst/>
              <a:gdLst/>
              <a:ahLst/>
              <a:cxnLst/>
              <a:rect l="l" t="t" r="r" b="b"/>
              <a:pathLst>
                <a:path w="41" h="222" extrusionOk="0">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4" name="Google Shape;134;p14"/>
            <p:cNvSpPr/>
            <p:nvPr/>
          </p:nvSpPr>
          <p:spPr>
            <a:xfrm>
              <a:off x="488" y="881"/>
              <a:ext cx="1295" cy="2537"/>
            </a:xfrm>
            <a:custGeom>
              <a:avLst/>
              <a:gdLst/>
              <a:ahLst/>
              <a:cxnLst/>
              <a:rect l="l" t="t" r="r" b="b"/>
              <a:pathLst>
                <a:path w="450" h="878" extrusionOk="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5" name="Google Shape;135;p14"/>
            <p:cNvSpPr/>
            <p:nvPr/>
          </p:nvSpPr>
          <p:spPr>
            <a:xfrm>
              <a:off x="581" y="4113"/>
              <a:ext cx="89" cy="199"/>
            </a:xfrm>
            <a:custGeom>
              <a:avLst/>
              <a:gdLst/>
              <a:ahLst/>
              <a:cxnLst/>
              <a:rect l="l" t="t" r="r" b="b"/>
              <a:pathLst>
                <a:path w="35" h="73" extrusionOk="0">
                  <a:moveTo>
                    <a:pt x="0" y="0"/>
                  </a:moveTo>
                  <a:cubicBezTo>
                    <a:pt x="7" y="24"/>
                    <a:pt x="16" y="49"/>
                    <a:pt x="26" y="73"/>
                  </a:cubicBezTo>
                  <a:cubicBezTo>
                    <a:pt x="35" y="73"/>
                    <a:pt x="35" y="73"/>
                    <a:pt x="35" y="73"/>
                  </a:cubicBezTo>
                  <a:cubicBezTo>
                    <a:pt x="23" y="49"/>
                    <a:pt x="11" y="24"/>
                    <a:pt x="0" y="0"/>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6" name="Google Shape;136;p14"/>
            <p:cNvSpPr/>
            <p:nvPr/>
          </p:nvSpPr>
          <p:spPr>
            <a:xfrm>
              <a:off x="485" y="3376"/>
              <a:ext cx="10" cy="126"/>
            </a:xfrm>
            <a:custGeom>
              <a:avLst/>
              <a:gdLst/>
              <a:ahLst/>
              <a:cxnLst/>
              <a:rect l="l" t="t" r="r" b="b"/>
              <a:pathLst>
                <a:path w="8" h="48" extrusionOk="0">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37" name="Google Shape;137;p14"/>
            <p:cNvSpPr/>
            <p:nvPr/>
          </p:nvSpPr>
          <p:spPr>
            <a:xfrm>
              <a:off x="535" y="3934"/>
              <a:ext cx="137" cy="379"/>
            </a:xfrm>
            <a:custGeom>
              <a:avLst/>
              <a:gdLst/>
              <a:ahLst/>
              <a:cxnLst/>
              <a:rect l="l" t="t" r="r" b="b"/>
              <a:pathLst>
                <a:path w="52" h="135" extrusionOk="0">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rgbClr val="17406D">
                <a:alpha val="20000"/>
              </a:srgbClr>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grpSp>
        <p:nvGrpSpPr>
          <p:cNvPr id="138" name="Google Shape;138;p14"/>
          <p:cNvGrpSpPr/>
          <p:nvPr/>
        </p:nvGrpSpPr>
        <p:grpSpPr>
          <a:xfrm>
            <a:off x="26988" y="0"/>
            <a:ext cx="2335212" cy="6832600"/>
            <a:chOff x="17" y="0"/>
            <a:chExt cx="1471" cy="4304"/>
          </a:xfrm>
        </p:grpSpPr>
        <p:sp>
          <p:nvSpPr>
            <p:cNvPr id="139" name="Google Shape;139;p14"/>
            <p:cNvSpPr/>
            <p:nvPr/>
          </p:nvSpPr>
          <p:spPr>
            <a:xfrm>
              <a:off x="17" y="0"/>
              <a:ext cx="298" cy="2759"/>
            </a:xfrm>
            <a:custGeom>
              <a:avLst/>
              <a:gdLst/>
              <a:ahLst/>
              <a:cxnLst/>
              <a:rect l="l" t="t" r="r" b="b"/>
              <a:pathLst>
                <a:path w="103" h="920" extrusionOk="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0" name="Google Shape;140;p14"/>
            <p:cNvSpPr/>
            <p:nvPr/>
          </p:nvSpPr>
          <p:spPr>
            <a:xfrm>
              <a:off x="347" y="2719"/>
              <a:ext cx="253" cy="983"/>
            </a:xfrm>
            <a:custGeom>
              <a:avLst/>
              <a:gdLst/>
              <a:ahLst/>
              <a:cxnLst/>
              <a:rect l="l" t="t" r="r" b="b"/>
              <a:pathLst>
                <a:path w="88" h="330" extrusionOk="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1" name="Google Shape;141;p14"/>
            <p:cNvSpPr/>
            <p:nvPr/>
          </p:nvSpPr>
          <p:spPr>
            <a:xfrm>
              <a:off x="634" y="3693"/>
              <a:ext cx="258" cy="611"/>
            </a:xfrm>
            <a:custGeom>
              <a:avLst/>
              <a:gdLst/>
              <a:ahLst/>
              <a:cxnLst/>
              <a:rect l="l" t="t" r="r" b="b"/>
              <a:pathLst>
                <a:path w="90" h="207" extrusionOk="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2" name="Google Shape;142;p14"/>
            <p:cNvSpPr/>
            <p:nvPr/>
          </p:nvSpPr>
          <p:spPr>
            <a:xfrm>
              <a:off x="329" y="2749"/>
              <a:ext cx="334" cy="1395"/>
            </a:xfrm>
            <a:custGeom>
              <a:avLst/>
              <a:gdLst/>
              <a:ahLst/>
              <a:cxnLst/>
              <a:rect l="l" t="t" r="r" b="b"/>
              <a:pathLst>
                <a:path w="115" h="467" extrusionOk="0">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3" name="Google Shape;143;p14"/>
            <p:cNvSpPr/>
            <p:nvPr/>
          </p:nvSpPr>
          <p:spPr>
            <a:xfrm>
              <a:off x="295" y="812"/>
              <a:ext cx="97" cy="1894"/>
            </a:xfrm>
            <a:custGeom>
              <a:avLst/>
              <a:gdLst/>
              <a:ahLst/>
              <a:cxnLst/>
              <a:rect l="l" t="t" r="r" b="b"/>
              <a:pathLst>
                <a:path w="36" h="633" extrusionOk="0">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4" name="Google Shape;144;p14"/>
            <p:cNvSpPr/>
            <p:nvPr/>
          </p:nvSpPr>
          <p:spPr>
            <a:xfrm>
              <a:off x="700" y="4139"/>
              <a:ext cx="71" cy="164"/>
            </a:xfrm>
            <a:custGeom>
              <a:avLst/>
              <a:gdLst/>
              <a:ahLst/>
              <a:cxnLst/>
              <a:rect l="l" t="t" r="r" b="b"/>
              <a:pathLst>
                <a:path w="28" h="59" extrusionOk="0">
                  <a:moveTo>
                    <a:pt x="22" y="59"/>
                  </a:moveTo>
                  <a:cubicBezTo>
                    <a:pt x="28" y="59"/>
                    <a:pt x="28" y="59"/>
                    <a:pt x="28" y="59"/>
                  </a:cubicBezTo>
                  <a:cubicBezTo>
                    <a:pt x="18" y="40"/>
                    <a:pt x="9" y="20"/>
                    <a:pt x="0" y="0"/>
                  </a:cubicBezTo>
                  <a:cubicBezTo>
                    <a:pt x="6" y="20"/>
                    <a:pt x="13" y="40"/>
                    <a:pt x="22" y="59"/>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5" name="Google Shape;145;p14"/>
            <p:cNvSpPr/>
            <p:nvPr/>
          </p:nvSpPr>
          <p:spPr>
            <a:xfrm>
              <a:off x="317" y="2587"/>
              <a:ext cx="39" cy="309"/>
            </a:xfrm>
            <a:custGeom>
              <a:avLst/>
              <a:gdLst/>
              <a:ahLst/>
              <a:cxnLst/>
              <a:rect l="l" t="t" r="r" b="b"/>
              <a:pathLst>
                <a:path w="17" h="107" extrusionOk="0">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6" name="Google Shape;146;p14"/>
            <p:cNvSpPr/>
            <p:nvPr/>
          </p:nvSpPr>
          <p:spPr>
            <a:xfrm>
              <a:off x="613" y="1982"/>
              <a:ext cx="875" cy="1698"/>
            </a:xfrm>
            <a:custGeom>
              <a:avLst/>
              <a:gdLst/>
              <a:ahLst/>
              <a:cxnLst/>
              <a:rect l="l" t="t" r="r" b="b"/>
              <a:pathLst>
                <a:path w="294" h="568" extrusionOk="0">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7" name="Google Shape;147;p14"/>
            <p:cNvSpPr/>
            <p:nvPr/>
          </p:nvSpPr>
          <p:spPr>
            <a:xfrm>
              <a:off x="676" y="4158"/>
              <a:ext cx="63" cy="146"/>
            </a:xfrm>
            <a:custGeom>
              <a:avLst/>
              <a:gdLst/>
              <a:ahLst/>
              <a:cxnLst/>
              <a:rect l="l" t="t" r="r" b="b"/>
              <a:pathLst>
                <a:path w="25" h="53" extrusionOk="0">
                  <a:moveTo>
                    <a:pt x="0" y="0"/>
                  </a:moveTo>
                  <a:cubicBezTo>
                    <a:pt x="5" y="18"/>
                    <a:pt x="12" y="36"/>
                    <a:pt x="19" y="53"/>
                  </a:cubicBezTo>
                  <a:cubicBezTo>
                    <a:pt x="25" y="53"/>
                    <a:pt x="25" y="53"/>
                    <a:pt x="25" y="53"/>
                  </a:cubicBezTo>
                  <a:cubicBezTo>
                    <a:pt x="16" y="36"/>
                    <a:pt x="8" y="18"/>
                    <a:pt x="0" y="0"/>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8" name="Google Shape;148;p14"/>
            <p:cNvSpPr/>
            <p:nvPr/>
          </p:nvSpPr>
          <p:spPr>
            <a:xfrm>
              <a:off x="613" y="3715"/>
              <a:ext cx="74" cy="412"/>
            </a:xfrm>
            <a:custGeom>
              <a:avLst/>
              <a:gdLst/>
              <a:ahLst/>
              <a:cxnLst/>
              <a:rect l="l" t="t" r="r" b="b"/>
              <a:pathLst>
                <a:path w="29" h="141" extrusionOk="0">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49" name="Google Shape;149;p14"/>
            <p:cNvSpPr/>
            <p:nvPr/>
          </p:nvSpPr>
          <p:spPr>
            <a:xfrm>
              <a:off x="613" y="3636"/>
              <a:ext cx="11" cy="130"/>
            </a:xfrm>
            <a:custGeom>
              <a:avLst/>
              <a:gdLst/>
              <a:ahLst/>
              <a:cxnLst/>
              <a:rect l="l" t="t" r="r" b="b"/>
              <a:pathLst>
                <a:path w="8" h="48" extrusionOk="0">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0" name="Google Shape;150;p14"/>
            <p:cNvSpPr/>
            <p:nvPr/>
          </p:nvSpPr>
          <p:spPr>
            <a:xfrm>
              <a:off x="634" y="3983"/>
              <a:ext cx="119" cy="321"/>
            </a:xfrm>
            <a:custGeom>
              <a:avLst/>
              <a:gdLst/>
              <a:ahLst/>
              <a:cxnLst/>
              <a:rect l="l" t="t" r="r" b="b"/>
              <a:pathLst>
                <a:path w="44" h="111" extrusionOk="0">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151" name="Google Shape;151;p14"/>
          <p:cNvSpPr/>
          <p:nvPr/>
        </p:nvSpPr>
        <p:spPr>
          <a:xfrm>
            <a:off x="0" y="0"/>
            <a:ext cx="182563" cy="6858000"/>
          </a:xfrm>
          <a:prstGeom prst="rect">
            <a:avLst/>
          </a:prstGeom>
          <a:solidFill>
            <a:srgbClr val="17406D"/>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2" name="Google Shape;152;p14"/>
          <p:cNvSpPr txBox="1">
            <a:spLocks noGrp="1"/>
          </p:cNvSpPr>
          <p:nvPr>
            <p:ph type="title"/>
          </p:nvPr>
        </p:nvSpPr>
        <p:spPr>
          <a:xfrm>
            <a:off x="2592388" y="623888"/>
            <a:ext cx="8891587" cy="1260475"/>
          </a:xfrm>
          <a:prstGeom prst="rect">
            <a:avLst/>
          </a:prstGeom>
          <a:noFill/>
          <a:ln>
            <a:noFill/>
          </a:ln>
        </p:spPr>
        <p:txBody>
          <a:bodyPr spcFirstLastPara="1" wrap="square" lIns="90000" tIns="45000" rIns="90000" bIns="45000" anchor="t" anchorCtr="0">
            <a:noAutofit/>
          </a:bodyPr>
          <a:lstStyle>
            <a:lvl1pPr marR="0" lvl="0"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1pPr>
            <a:lvl2pPr marR="0" lvl="1"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2pPr>
            <a:lvl3pPr marR="0" lvl="2"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3pPr>
            <a:lvl4pPr marR="0" lvl="3"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4pPr>
            <a:lvl5pPr marR="0" lvl="4"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5pPr>
            <a:lvl6pPr marR="0" lvl="5"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6pPr>
            <a:lvl7pPr marR="0" lvl="6"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7pPr>
            <a:lvl8pPr marR="0" lvl="7"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8pPr>
            <a:lvl9pPr marR="0" lvl="8" algn="l" rtl="0">
              <a:lnSpc>
                <a:spcPct val="98000"/>
              </a:lnSpc>
              <a:spcBef>
                <a:spcPts val="0"/>
              </a:spcBef>
              <a:spcAft>
                <a:spcPts val="0"/>
              </a:spcAft>
              <a:buClr>
                <a:srgbClr val="000000"/>
              </a:buClr>
              <a:buSzPts val="1400"/>
              <a:buFont typeface="Arial"/>
              <a:buNone/>
              <a:defRPr sz="1800" b="0" i="0" u="none" strike="noStrike" cap="none">
                <a:solidFill>
                  <a:srgbClr val="000000"/>
                </a:solidFill>
                <a:latin typeface="Century Gothic"/>
                <a:ea typeface="Century Gothic"/>
                <a:cs typeface="Century Gothic"/>
                <a:sym typeface="Century Gothic"/>
              </a:defRPr>
            </a:lvl9pPr>
          </a:lstStyle>
          <a:p>
            <a:endParaRPr/>
          </a:p>
        </p:txBody>
      </p:sp>
      <p:sp>
        <p:nvSpPr>
          <p:cNvPr id="153" name="Google Shape;153;p14"/>
          <p:cNvSpPr txBox="1">
            <a:spLocks noGrp="1"/>
          </p:cNvSpPr>
          <p:nvPr>
            <p:ph type="body" idx="1"/>
          </p:nvPr>
        </p:nvSpPr>
        <p:spPr>
          <a:xfrm>
            <a:off x="2589213" y="2133600"/>
            <a:ext cx="8894762" cy="3756025"/>
          </a:xfrm>
          <a:prstGeom prst="rect">
            <a:avLst/>
          </a:prstGeom>
          <a:noFill/>
          <a:ln>
            <a:noFill/>
          </a:ln>
        </p:spPr>
        <p:txBody>
          <a:bodyPr spcFirstLastPara="1" wrap="square" lIns="90000" tIns="45000" rIns="90000" bIns="45000" anchor="t" anchorCtr="0">
            <a:noAutofit/>
          </a:bodyPr>
          <a:lstStyle>
            <a:lvl1pPr marL="457200" marR="0" lvl="0" indent="-228600" algn="l" rtl="0">
              <a:lnSpc>
                <a:spcPct val="98000"/>
              </a:lnSpc>
              <a:spcBef>
                <a:spcPts val="0"/>
              </a:spcBef>
              <a:spcAft>
                <a:spcPts val="0"/>
              </a:spcAft>
              <a:buClr>
                <a:srgbClr val="000000"/>
              </a:buClr>
              <a:buSzPts val="1400"/>
              <a:buFont typeface="Arial"/>
              <a:buNone/>
              <a:defRPr sz="1800" b="0" i="0" u="none" strike="noStrike" cap="none">
                <a:solidFill>
                  <a:srgbClr val="404040"/>
                </a:solidFill>
                <a:latin typeface="Century Gothic"/>
                <a:ea typeface="Century Gothic"/>
                <a:cs typeface="Century Gothic"/>
                <a:sym typeface="Century Gothic"/>
              </a:defRPr>
            </a:lvl1pPr>
            <a:lvl2pPr marL="914400" marR="0" lvl="1" indent="-228600" algn="l" rtl="0">
              <a:lnSpc>
                <a:spcPct val="98000"/>
              </a:lnSpc>
              <a:spcBef>
                <a:spcPts val="1425"/>
              </a:spcBef>
              <a:spcAft>
                <a:spcPts val="0"/>
              </a:spcAft>
              <a:buClr>
                <a:srgbClr val="000000"/>
              </a:buClr>
              <a:buSzPts val="1400"/>
              <a:buFont typeface="Arial"/>
              <a:buNone/>
              <a:defRPr sz="1400" b="0" i="0" u="none" strike="noStrike" cap="none">
                <a:solidFill>
                  <a:srgbClr val="404040"/>
                </a:solidFill>
                <a:latin typeface="Century Gothic"/>
                <a:ea typeface="Century Gothic"/>
                <a:cs typeface="Century Gothic"/>
                <a:sym typeface="Century Gothic"/>
              </a:defRPr>
            </a:lvl2pPr>
            <a:lvl3pPr marL="1371600" marR="0" lvl="2" indent="-228600" algn="l" rtl="0">
              <a:lnSpc>
                <a:spcPct val="98000"/>
              </a:lnSpc>
              <a:spcBef>
                <a:spcPts val="1138"/>
              </a:spcBef>
              <a:spcAft>
                <a:spcPts val="0"/>
              </a:spcAft>
              <a:buClr>
                <a:srgbClr val="000000"/>
              </a:buClr>
              <a:buSzPts val="1400"/>
              <a:buFont typeface="Arial"/>
              <a:buNone/>
              <a:defRPr sz="1200" b="0" i="0" u="none" strike="noStrike" cap="none">
                <a:solidFill>
                  <a:srgbClr val="404040"/>
                </a:solidFill>
                <a:latin typeface="Century Gothic"/>
                <a:ea typeface="Century Gothic"/>
                <a:cs typeface="Century Gothic"/>
                <a:sym typeface="Century Gothic"/>
              </a:defRPr>
            </a:lvl3pPr>
            <a:lvl4pPr marL="1828800" marR="0" lvl="3" indent="-228600" algn="l" rtl="0">
              <a:lnSpc>
                <a:spcPct val="98000"/>
              </a:lnSpc>
              <a:spcBef>
                <a:spcPts val="850"/>
              </a:spcBef>
              <a:spcAft>
                <a:spcPts val="0"/>
              </a:spcAft>
              <a:buClr>
                <a:srgbClr val="000000"/>
              </a:buClr>
              <a:buSzPts val="1400"/>
              <a:buFont typeface="Arial"/>
              <a:buNone/>
              <a:defRPr sz="1200" b="0" i="0" u="none" strike="noStrike" cap="none">
                <a:solidFill>
                  <a:srgbClr val="404040"/>
                </a:solidFill>
                <a:latin typeface="Century Gothic"/>
                <a:ea typeface="Century Gothic"/>
                <a:cs typeface="Century Gothic"/>
                <a:sym typeface="Century Gothic"/>
              </a:defRPr>
            </a:lvl4pPr>
            <a:lvl5pPr marL="2286000" marR="0" lvl="4" indent="-228600" algn="l" rtl="0">
              <a:lnSpc>
                <a:spcPct val="98000"/>
              </a:lnSpc>
              <a:spcBef>
                <a:spcPts val="575"/>
              </a:spcBef>
              <a:spcAft>
                <a:spcPts val="0"/>
              </a:spcAft>
              <a:buClr>
                <a:srgbClr val="000000"/>
              </a:buClr>
              <a:buSzPts val="1400"/>
              <a:buFont typeface="Arial"/>
              <a:buNone/>
              <a:defRPr sz="2000" b="0" i="0" u="none" strike="noStrike" cap="none">
                <a:solidFill>
                  <a:srgbClr val="404040"/>
                </a:solidFill>
                <a:latin typeface="Century Gothic"/>
                <a:ea typeface="Century Gothic"/>
                <a:cs typeface="Century Gothic"/>
                <a:sym typeface="Century Gothic"/>
              </a:defRPr>
            </a:lvl5pPr>
            <a:lvl6pPr marL="2743200" marR="0" lvl="5" indent="-228600" algn="l" rtl="0">
              <a:lnSpc>
                <a:spcPct val="98000"/>
              </a:lnSpc>
              <a:spcBef>
                <a:spcPts val="288"/>
              </a:spcBef>
              <a:spcAft>
                <a:spcPts val="0"/>
              </a:spcAft>
              <a:buClr>
                <a:srgbClr val="000000"/>
              </a:buClr>
              <a:buSzPts val="1400"/>
              <a:buFont typeface="Arial"/>
              <a:buNone/>
              <a:defRPr sz="2000" b="0" i="0" u="none" strike="noStrike" cap="none">
                <a:solidFill>
                  <a:srgbClr val="404040"/>
                </a:solidFill>
                <a:latin typeface="Century Gothic"/>
                <a:ea typeface="Century Gothic"/>
                <a:cs typeface="Century Gothic"/>
                <a:sym typeface="Century Gothic"/>
              </a:defRPr>
            </a:lvl6pPr>
            <a:lvl7pPr marL="3200400" marR="0" lvl="6" indent="-228600" algn="l" rtl="0">
              <a:lnSpc>
                <a:spcPct val="98000"/>
              </a:lnSpc>
              <a:spcBef>
                <a:spcPts val="288"/>
              </a:spcBef>
              <a:spcAft>
                <a:spcPts val="0"/>
              </a:spcAft>
              <a:buClr>
                <a:srgbClr val="000000"/>
              </a:buClr>
              <a:buSzPts val="1400"/>
              <a:buFont typeface="Arial"/>
              <a:buNone/>
              <a:defRPr sz="2000" b="0" i="0" u="none" strike="noStrike" cap="none">
                <a:solidFill>
                  <a:srgbClr val="404040"/>
                </a:solidFill>
                <a:latin typeface="Century Gothic"/>
                <a:ea typeface="Century Gothic"/>
                <a:cs typeface="Century Gothic"/>
                <a:sym typeface="Century Gothic"/>
              </a:defRPr>
            </a:lvl7pPr>
            <a:lvl8pPr marL="3657600" marR="0" lvl="7" indent="-228600" algn="l" rtl="0">
              <a:lnSpc>
                <a:spcPct val="98000"/>
              </a:lnSpc>
              <a:spcBef>
                <a:spcPts val="288"/>
              </a:spcBef>
              <a:spcAft>
                <a:spcPts val="0"/>
              </a:spcAft>
              <a:buClr>
                <a:srgbClr val="000000"/>
              </a:buClr>
              <a:buSzPts val="1400"/>
              <a:buFont typeface="Arial"/>
              <a:buNone/>
              <a:defRPr sz="2000" b="0" i="0" u="none" strike="noStrike" cap="none">
                <a:solidFill>
                  <a:srgbClr val="404040"/>
                </a:solidFill>
                <a:latin typeface="Century Gothic"/>
                <a:ea typeface="Century Gothic"/>
                <a:cs typeface="Century Gothic"/>
                <a:sym typeface="Century Gothic"/>
              </a:defRPr>
            </a:lvl8pPr>
            <a:lvl9pPr marL="4114800" marR="0" lvl="8" indent="-228600" algn="l" rtl="0">
              <a:lnSpc>
                <a:spcPct val="98000"/>
              </a:lnSpc>
              <a:spcBef>
                <a:spcPts val="288"/>
              </a:spcBef>
              <a:spcAft>
                <a:spcPts val="288"/>
              </a:spcAft>
              <a:buClr>
                <a:srgbClr val="000000"/>
              </a:buClr>
              <a:buSzPts val="1400"/>
              <a:buFont typeface="Arial"/>
              <a:buNone/>
              <a:defRPr sz="2000" b="0" i="0" u="none" strike="noStrike" cap="none">
                <a:solidFill>
                  <a:srgbClr val="404040"/>
                </a:solidFill>
                <a:latin typeface="Century Gothic"/>
                <a:ea typeface="Century Gothic"/>
                <a:cs typeface="Century Gothic"/>
                <a:sym typeface="Century Gothic"/>
              </a:defRPr>
            </a:lvl9pPr>
          </a:lstStyle>
          <a:p>
            <a:endParaRPr/>
          </a:p>
        </p:txBody>
      </p:sp>
      <p:sp>
        <p:nvSpPr>
          <p:cNvPr id="154" name="Google Shape;154;p14"/>
          <p:cNvSpPr txBox="1">
            <a:spLocks noGrp="1"/>
          </p:cNvSpPr>
          <p:nvPr>
            <p:ph type="dt" idx="10"/>
          </p:nvPr>
        </p:nvSpPr>
        <p:spPr>
          <a:xfrm>
            <a:off x="10361613" y="6130925"/>
            <a:ext cx="1125537" cy="349250"/>
          </a:xfrm>
          <a:prstGeom prst="rect">
            <a:avLst/>
          </a:prstGeom>
          <a:noFill/>
          <a:ln>
            <a:noFill/>
          </a:ln>
        </p:spPr>
        <p:txBody>
          <a:bodyPr spcFirstLastPara="1" wrap="square" lIns="90000" tIns="45000" rIns="90000" bIns="45000" anchor="t" anchorCtr="0">
            <a:noAutofit/>
          </a:bodyPr>
          <a:lstStyle>
            <a:lvl1pPr marR="0" lvl="0" algn="l" rtl="0">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R="0" lvl="1"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155" name="Google Shape;155;p14"/>
          <p:cNvSpPr txBox="1">
            <a:spLocks noGrp="1"/>
          </p:cNvSpPr>
          <p:nvPr>
            <p:ph type="ftr" idx="11"/>
          </p:nvPr>
        </p:nvSpPr>
        <p:spPr>
          <a:xfrm>
            <a:off x="2589213" y="6135688"/>
            <a:ext cx="7599362" cy="344487"/>
          </a:xfrm>
          <a:prstGeom prst="rect">
            <a:avLst/>
          </a:prstGeom>
          <a:noFill/>
          <a:ln>
            <a:noFill/>
          </a:ln>
        </p:spPr>
        <p:txBody>
          <a:bodyPr spcFirstLastPara="1" wrap="square" lIns="90000" tIns="45000" rIns="90000" bIns="45000" anchor="t" anchorCtr="0">
            <a:noAutofit/>
          </a:bodyPr>
          <a:lstStyle>
            <a:lvl1pPr marR="0" lvl="0" algn="l" rtl="0">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R="0" lvl="1"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2pPr>
            <a:lvl3pPr marR="0" lvl="2"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3pPr>
            <a:lvl4pPr marR="0" lvl="3"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4pPr>
            <a:lvl5pPr marR="0" lvl="4" algn="l" rtl="0">
              <a:lnSpc>
                <a:spcPct val="93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Arial"/>
                <a:ea typeface="Arial"/>
                <a:cs typeface="Arial"/>
                <a:sym typeface="Arial"/>
              </a:defRPr>
            </a:lvl9pPr>
          </a:lstStyle>
          <a:p>
            <a:endParaRPr/>
          </a:p>
        </p:txBody>
      </p:sp>
      <p:sp>
        <p:nvSpPr>
          <p:cNvPr id="156" name="Google Shape;156;p14"/>
          <p:cNvSpPr/>
          <p:nvPr/>
        </p:nvSpPr>
        <p:spPr>
          <a:xfrm rot="10800000" flipH="1">
            <a:off x="-4763" y="712788"/>
            <a:ext cx="1589088" cy="506412"/>
          </a:xfrm>
          <a:custGeom>
            <a:avLst/>
            <a:gdLst/>
            <a:ahLst/>
            <a:cxnLst/>
            <a:rect l="l" t="t" r="r" b="b"/>
            <a:pathLst>
              <a:path w="9248" h="10000" extrusionOk="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rgbClr val="0F6FC6"/>
          </a:solid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57" name="Google Shape;157;p14"/>
          <p:cNvSpPr txBox="1">
            <a:spLocks noGrp="1"/>
          </p:cNvSpPr>
          <p:nvPr>
            <p:ph type="sldNum" idx="12"/>
          </p:nvPr>
        </p:nvSpPr>
        <p:spPr>
          <a:xfrm>
            <a:off x="531813" y="787400"/>
            <a:ext cx="758825" cy="344488"/>
          </a:xfrm>
          <a:prstGeom prst="rect">
            <a:avLst/>
          </a:prstGeom>
          <a:noFill/>
          <a:ln>
            <a:noFill/>
          </a:ln>
        </p:spPr>
        <p:txBody>
          <a:bodyPr spcFirstLastPara="1" wrap="square" lIns="90000" tIns="45000" rIns="90000" bIns="45000" anchor="t" anchorCtr="0">
            <a:noAutofit/>
          </a:bodyPr>
          <a:lstStyle>
            <a:lvl1pPr marL="0" marR="0" lvl="0" indent="0" algn="l" rtl="0">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1pPr>
            <a:lvl2pPr marL="0" marR="0" lvl="1" indent="0" algn="l" rtl="0">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2pPr>
            <a:lvl3pPr marL="0" marR="0" lvl="2" indent="0" algn="l" rtl="0">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3pPr>
            <a:lvl4pPr marL="0" marR="0" lvl="3" indent="0" algn="l" rtl="0">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4pPr>
            <a:lvl5pPr marL="0" marR="0" lvl="4" indent="0" algn="l" rtl="0">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5pPr>
            <a:lvl6pPr marL="0" marR="0" lvl="5" indent="0" algn="l" rtl="0">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6pPr>
            <a:lvl7pPr marL="0" marR="0" lvl="6" indent="0" algn="l" rtl="0">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7pPr>
            <a:lvl8pPr marL="0" marR="0" lvl="7" indent="0" algn="l" rtl="0">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8pPr>
            <a:lvl9pPr marL="0" marR="0" lvl="8" indent="0" algn="l" rtl="0">
              <a:lnSpc>
                <a:spcPct val="100000"/>
              </a:lnSpc>
              <a:spcBef>
                <a:spcPts val="0"/>
              </a:spcBef>
              <a:spcAft>
                <a:spcPts val="0"/>
              </a:spcAft>
              <a:buClr>
                <a:srgbClr val="000000"/>
              </a:buClr>
              <a:buSzPts val="2400"/>
              <a:buFont typeface="Times New Roman"/>
              <a:buNone/>
              <a:defRPr sz="2400" b="0" i="0" u="none" strike="noStrike" cap="none">
                <a:solidFill>
                  <a:srgbClr val="000000"/>
                </a:solidFill>
                <a:latin typeface="Century Gothic"/>
                <a:ea typeface="Century Gothic"/>
                <a:cs typeface="Century Gothic"/>
                <a:sym typeface="Century Gothic"/>
              </a:defRPr>
            </a:lvl9pPr>
          </a:lstStyle>
          <a:p>
            <a:pPr marL="0" lvl="0" indent="0" algn="l" rtl="0">
              <a:spcBef>
                <a:spcPts val="0"/>
              </a:spcBef>
              <a:spcAft>
                <a:spcPts val="0"/>
              </a:spcAft>
              <a:buNone/>
            </a:pPr>
            <a:fld id="{00000000-1234-1234-1234-123412341234}" type="slidenum">
              <a:rPr lang="es-AR"/>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
          <p:cNvSpPr txBox="1"/>
          <p:nvPr/>
        </p:nvSpPr>
        <p:spPr>
          <a:xfrm>
            <a:off x="2453456" y="952498"/>
            <a:ext cx="8915400" cy="2262188"/>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262626"/>
              </a:buClr>
              <a:buSzPts val="3600"/>
              <a:buFont typeface="Times New Roman"/>
              <a:buNone/>
            </a:pPr>
            <a:r>
              <a:rPr lang="es-AR" sz="3600" b="0" i="0" u="none" strike="noStrike" cap="none">
                <a:solidFill>
                  <a:srgbClr val="262626"/>
                </a:solidFill>
                <a:latin typeface="Century Gothic"/>
                <a:ea typeface="Century Gothic"/>
                <a:cs typeface="Century Gothic"/>
                <a:sym typeface="Century Gothic"/>
              </a:rPr>
              <a:t>Fundamentos de Organización de Datos</a:t>
            </a:r>
            <a:endParaRPr sz="1400" b="0" i="0" u="none" strike="noStrike" cap="none">
              <a:solidFill>
                <a:srgbClr val="000000"/>
              </a:solidFill>
              <a:latin typeface="Arial"/>
              <a:ea typeface="Arial"/>
              <a:cs typeface="Arial"/>
              <a:sym typeface="Arial"/>
            </a:endParaRPr>
          </a:p>
        </p:txBody>
      </p:sp>
      <p:sp>
        <p:nvSpPr>
          <p:cNvPr id="236" name="Google Shape;236;p1"/>
          <p:cNvSpPr txBox="1"/>
          <p:nvPr/>
        </p:nvSpPr>
        <p:spPr>
          <a:xfrm>
            <a:off x="431800" y="4535488"/>
            <a:ext cx="779463" cy="365125"/>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entury Gothic"/>
                <a:ea typeface="Century Gothic"/>
                <a:cs typeface="Century Gothic"/>
                <a:sym typeface="Century Gothic"/>
              </a:rPr>
              <a:t>1</a:t>
            </a:fld>
            <a:endParaRPr sz="1800" b="0" i="0" u="none" strike="noStrike" cap="none">
              <a:solidFill>
                <a:srgbClr val="000000"/>
              </a:solidFill>
              <a:latin typeface="Century Gothic"/>
              <a:ea typeface="Century Gothic"/>
              <a:cs typeface="Century Gothic"/>
              <a:sym typeface="Century Gothic"/>
            </a:endParaRPr>
          </a:p>
        </p:txBody>
      </p:sp>
      <p:sp>
        <p:nvSpPr>
          <p:cNvPr id="237" name="Google Shape;237;p1"/>
          <p:cNvSpPr txBox="1"/>
          <p:nvPr/>
        </p:nvSpPr>
        <p:spPr>
          <a:xfrm>
            <a:off x="2453456" y="2714620"/>
            <a:ext cx="8915400" cy="3714776"/>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s-AR" sz="3200" b="0" i="1" u="none" strike="noStrike" cap="none">
                <a:solidFill>
                  <a:srgbClr val="262626"/>
                </a:solidFill>
                <a:latin typeface="Century Gothic"/>
                <a:ea typeface="Century Gothic"/>
                <a:cs typeface="Century Gothic"/>
                <a:sym typeface="Century Gothic"/>
              </a:rPr>
              <a:t>Archivos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s-AR" sz="2800" b="0" i="1" u="none" strike="noStrike" cap="none">
                <a:solidFill>
                  <a:srgbClr val="7F7F7F"/>
                </a:solidFill>
                <a:latin typeface="Century Gothic"/>
                <a:ea typeface="Century Gothic"/>
                <a:cs typeface="Century Gothic"/>
                <a:sym typeface="Century Gothic"/>
              </a:rPr>
              <a:t>Bajas</a:t>
            </a:r>
            <a:endParaRPr sz="2400" b="0" i="1" u="none" strike="noStrike" cap="none">
              <a:solidFill>
                <a:srgbClr val="7F7F7F"/>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lt1"/>
              </a:buClr>
              <a:buSzPts val="2800"/>
              <a:buFont typeface="Times New Roman"/>
              <a:buNone/>
            </a:pPr>
            <a:endParaRPr sz="2800" b="0" i="1" u="none" strike="noStrike" cap="none">
              <a:solidFill>
                <a:srgbClr val="262626"/>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lt1"/>
              </a:buClr>
              <a:buSzPts val="2800"/>
              <a:buFont typeface="Times New Roman"/>
              <a:buNone/>
            </a:pPr>
            <a:endParaRPr sz="2800" b="0" i="1" u="none" strike="noStrike" cap="none">
              <a:solidFill>
                <a:srgbClr val="262626"/>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lt1"/>
              </a:buClr>
              <a:buSzPts val="2800"/>
              <a:buFont typeface="Times New Roman"/>
              <a:buNone/>
            </a:pPr>
            <a:endParaRPr sz="2800" b="0" i="1" u="none" strike="noStrike" cap="none">
              <a:solidFill>
                <a:srgbClr val="262626"/>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lt1"/>
              </a:buClr>
              <a:buSzPts val="2800"/>
              <a:buFont typeface="Times New Roman"/>
              <a:buNone/>
            </a:pPr>
            <a:endParaRPr sz="2800" b="0" i="1" u="none" strike="noStrike" cap="none">
              <a:solidFill>
                <a:srgbClr val="262626"/>
              </a:solidFill>
              <a:latin typeface="Century Gothic"/>
              <a:ea typeface="Century Gothic"/>
              <a:cs typeface="Century Gothic"/>
              <a:sym typeface="Century Gothic"/>
            </a:endParaRPr>
          </a:p>
          <a:p>
            <a:pPr marL="0" marR="0" lvl="0" indent="0" algn="l" rtl="0">
              <a:lnSpc>
                <a:spcPct val="100000"/>
              </a:lnSpc>
              <a:spcBef>
                <a:spcPts val="0"/>
              </a:spcBef>
              <a:spcAft>
                <a:spcPts val="0"/>
              </a:spcAft>
              <a:buClr>
                <a:schemeClr val="lt1"/>
              </a:buClr>
              <a:buSzPts val="2800"/>
              <a:buFont typeface="Times New Roman"/>
              <a:buNone/>
            </a:pPr>
            <a:endParaRPr sz="2800" b="0" i="1" u="none" strike="noStrike" cap="none">
              <a:solidFill>
                <a:srgbClr val="262626"/>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CEE9F8"/>
            </a:gs>
          </a:gsLst>
          <a:path path="circle">
            <a:fillToRect l="50000" t="50000" r="50000" b="50000"/>
          </a:path>
          <a:tileRect/>
        </a:gradFill>
        <a:effectLst/>
      </p:bgPr>
    </p:bg>
    <p:spTree>
      <p:nvGrpSpPr>
        <p:cNvPr id="1" name="Shape 245"/>
        <p:cNvGrpSpPr/>
        <p:nvPr/>
      </p:nvGrpSpPr>
      <p:grpSpPr>
        <a:xfrm>
          <a:off x="0" y="0"/>
          <a:ext cx="0" cy="0"/>
          <a:chOff x="0" y="0"/>
          <a:chExt cx="0" cy="0"/>
        </a:xfrm>
      </p:grpSpPr>
      <p:sp>
        <p:nvSpPr>
          <p:cNvPr id="246" name="Google Shape;246;p2"/>
          <p:cNvSpPr txBox="1"/>
          <p:nvPr/>
        </p:nvSpPr>
        <p:spPr>
          <a:xfrm>
            <a:off x="531813" y="787400"/>
            <a:ext cx="779462" cy="365125"/>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entury Gothic"/>
                <a:ea typeface="Century Gothic"/>
                <a:cs typeface="Century Gothic"/>
                <a:sym typeface="Century Gothic"/>
              </a:rPr>
              <a:t>2</a:t>
            </a:fld>
            <a:endParaRPr sz="1800" b="0" i="0" u="none" strike="noStrike" cap="none">
              <a:solidFill>
                <a:srgbClr val="000000"/>
              </a:solidFill>
              <a:latin typeface="Century Gothic"/>
              <a:ea typeface="Century Gothic"/>
              <a:cs typeface="Century Gothic"/>
              <a:sym typeface="Century Gothic"/>
            </a:endParaRPr>
          </a:p>
        </p:txBody>
      </p:sp>
      <p:sp>
        <p:nvSpPr>
          <p:cNvPr id="247" name="Google Shape;247;p2"/>
          <p:cNvSpPr txBox="1"/>
          <p:nvPr/>
        </p:nvSpPr>
        <p:spPr>
          <a:xfrm>
            <a:off x="2024063" y="611188"/>
            <a:ext cx="9507537" cy="901700"/>
          </a:xfrm>
          <a:prstGeom prst="rect">
            <a:avLst/>
          </a:prstGeom>
          <a:noFill/>
          <a:ln>
            <a:noFill/>
          </a:ln>
        </p:spPr>
        <p:txBody>
          <a:bodyPr spcFirstLastPara="1" wrap="square" lIns="90000" tIns="45000" rIns="90000" bIns="45000" anchor="t" anchorCtr="0">
            <a:noAutofit/>
          </a:bodyPr>
          <a:lstStyle/>
          <a:p>
            <a:pPr marL="0" marR="0" lvl="0" indent="0" algn="l" rtl="0">
              <a:lnSpc>
                <a:spcPct val="98000"/>
              </a:lnSpc>
              <a:spcBef>
                <a:spcPts val="0"/>
              </a:spcBef>
              <a:spcAft>
                <a:spcPts val="0"/>
              </a:spcAft>
              <a:buClr>
                <a:srgbClr val="262626"/>
              </a:buClr>
              <a:buSzPts val="4400"/>
              <a:buFont typeface="Times New Roman"/>
              <a:buNone/>
            </a:pPr>
            <a:r>
              <a:rPr lang="es-AR" sz="4400" b="0" i="0" u="none" strike="noStrike" cap="none">
                <a:solidFill>
                  <a:srgbClr val="262626"/>
                </a:solidFill>
                <a:latin typeface="Century Gothic"/>
                <a:ea typeface="Century Gothic"/>
                <a:cs typeface="Century Gothic"/>
                <a:sym typeface="Century Gothic"/>
              </a:rPr>
              <a:t>Algorítmica clásica sobre archivos </a:t>
            </a:r>
            <a:endParaRPr sz="1400" b="0" i="0" u="none" strike="noStrike" cap="none">
              <a:solidFill>
                <a:srgbClr val="000000"/>
              </a:solidFill>
              <a:latin typeface="Arial"/>
              <a:ea typeface="Arial"/>
              <a:cs typeface="Arial"/>
              <a:sym typeface="Arial"/>
            </a:endParaRPr>
          </a:p>
        </p:txBody>
      </p:sp>
      <p:sp>
        <p:nvSpPr>
          <p:cNvPr id="248" name="Google Shape;248;p2"/>
          <p:cNvSpPr txBox="1"/>
          <p:nvPr/>
        </p:nvSpPr>
        <p:spPr>
          <a:xfrm>
            <a:off x="2309813" y="2071688"/>
            <a:ext cx="8645525" cy="3143262"/>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chemeClr val="lt1"/>
              </a:buClr>
              <a:buSzPts val="4000"/>
              <a:buFont typeface="Times New Roman"/>
              <a:buNone/>
            </a:pPr>
            <a:endParaRPr sz="4000" b="1" i="0" u="none" strike="noStrike" cap="none">
              <a:solidFill>
                <a:srgbClr val="262626"/>
              </a:solidFill>
              <a:latin typeface="Century Gothic"/>
              <a:ea typeface="Century Gothic"/>
              <a:cs typeface="Century Gothic"/>
              <a:sym typeface="Century Gothic"/>
            </a:endParaRPr>
          </a:p>
          <a:p>
            <a:pPr marL="0" marR="0" lvl="0" indent="0" algn="l" rtl="0">
              <a:lnSpc>
                <a:spcPct val="93000"/>
              </a:lnSpc>
              <a:spcBef>
                <a:spcPts val="0"/>
              </a:spcBef>
              <a:spcAft>
                <a:spcPts val="0"/>
              </a:spcAft>
              <a:buClr>
                <a:srgbClr val="262626"/>
              </a:buClr>
              <a:buSzPts val="4000"/>
              <a:buFont typeface="Times New Roman"/>
              <a:buNone/>
            </a:pPr>
            <a:r>
              <a:rPr lang="es-AR" sz="4000" b="1" i="0" u="none" strike="noStrike" cap="none">
                <a:solidFill>
                  <a:srgbClr val="262626"/>
                </a:solidFill>
                <a:latin typeface="Century Gothic"/>
                <a:ea typeface="Century Gothic"/>
                <a:cs typeface="Century Gothic"/>
                <a:sym typeface="Century Gothic"/>
              </a:rPr>
              <a:t>¿Qué es una baja?</a:t>
            </a:r>
            <a:endParaRPr sz="4000" b="0" i="0" u="none" strike="noStrike" cap="none">
              <a:solidFill>
                <a:srgbClr val="262626"/>
              </a:solidFill>
              <a:latin typeface="Century Gothic"/>
              <a:ea typeface="Century Gothic"/>
              <a:cs typeface="Century Gothic"/>
              <a:sym typeface="Century Gothic"/>
            </a:endParaRPr>
          </a:p>
          <a:p>
            <a:pPr marL="0" marR="0" lvl="0" indent="0" algn="l" rtl="0">
              <a:lnSpc>
                <a:spcPct val="93000"/>
              </a:lnSpc>
              <a:spcBef>
                <a:spcPts val="1200"/>
              </a:spcBef>
              <a:spcAft>
                <a:spcPts val="0"/>
              </a:spcAft>
              <a:buClr>
                <a:srgbClr val="262626"/>
              </a:buClr>
              <a:buSzPts val="4000"/>
              <a:buFont typeface="Times New Roman"/>
              <a:buNone/>
            </a:pPr>
            <a:r>
              <a:rPr lang="es-AR" sz="4000" b="0" i="0" u="none" strike="noStrike" cap="none">
                <a:solidFill>
                  <a:srgbClr val="262626"/>
                </a:solidFill>
                <a:latin typeface="Century Gothic"/>
                <a:ea typeface="Century Gothic"/>
                <a:cs typeface="Century Gothic"/>
                <a:sym typeface="Century Gothic"/>
              </a:rPr>
              <a:t>Se denomina proceso de baja a aquel proceso que permite quitar información de un archivo.</a:t>
            </a:r>
            <a:endParaRPr sz="4000" b="0" i="0" u="none" strike="noStrike" cap="none">
              <a:solidFill>
                <a:srgbClr val="262626"/>
              </a:solidFill>
              <a:latin typeface="Century Gothic"/>
              <a:ea typeface="Century Gothic"/>
              <a:cs typeface="Century Gothic"/>
              <a:sym typeface="Century Gothic"/>
            </a:endParaRPr>
          </a:p>
          <a:p>
            <a:pPr marL="1106488" marR="0" lvl="1" indent="-523875" algn="l" rtl="0">
              <a:lnSpc>
                <a:spcPct val="100000"/>
              </a:lnSpc>
              <a:spcBef>
                <a:spcPts val="400"/>
              </a:spcBef>
              <a:spcAft>
                <a:spcPts val="0"/>
              </a:spcAft>
              <a:buClr>
                <a:schemeClr val="lt1"/>
              </a:buClr>
              <a:buSzPts val="4000"/>
              <a:buFont typeface="Times New Roman"/>
              <a:buNone/>
            </a:pPr>
            <a:endParaRPr sz="4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4000"/>
              <a:buFont typeface="Times New Roman"/>
              <a:buNone/>
            </a:pPr>
            <a:endParaRPr sz="4000" b="0"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CEE9F8"/>
            </a:gs>
          </a:gsLst>
          <a:path path="circle">
            <a:fillToRect l="50000" t="50000" r="50000" b="50000"/>
          </a:path>
          <a:tileRect/>
        </a:gradFill>
        <a:effectLst/>
      </p:bgPr>
    </p:bg>
    <p:spTree>
      <p:nvGrpSpPr>
        <p:cNvPr id="1" name="Shape 254"/>
        <p:cNvGrpSpPr/>
        <p:nvPr/>
      </p:nvGrpSpPr>
      <p:grpSpPr>
        <a:xfrm>
          <a:off x="0" y="0"/>
          <a:ext cx="0" cy="0"/>
          <a:chOff x="0" y="0"/>
          <a:chExt cx="0" cy="0"/>
        </a:xfrm>
      </p:grpSpPr>
      <p:sp>
        <p:nvSpPr>
          <p:cNvPr id="255" name="Google Shape;255;p3"/>
          <p:cNvSpPr txBox="1"/>
          <p:nvPr/>
        </p:nvSpPr>
        <p:spPr>
          <a:xfrm>
            <a:off x="503238" y="792163"/>
            <a:ext cx="779462" cy="365125"/>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entury Gothic"/>
                <a:ea typeface="Century Gothic"/>
                <a:cs typeface="Century Gothic"/>
                <a:sym typeface="Century Gothic"/>
              </a:rPr>
              <a:t>3</a:t>
            </a:fld>
            <a:endParaRPr sz="1800" b="0" i="0" u="none" strike="noStrike" cap="none">
              <a:solidFill>
                <a:srgbClr val="000000"/>
              </a:solidFill>
              <a:latin typeface="Century Gothic"/>
              <a:ea typeface="Century Gothic"/>
              <a:cs typeface="Century Gothic"/>
              <a:sym typeface="Century Gothic"/>
            </a:endParaRPr>
          </a:p>
        </p:txBody>
      </p:sp>
      <p:sp>
        <p:nvSpPr>
          <p:cNvPr id="256" name="Google Shape;256;p3"/>
          <p:cNvSpPr txBox="1"/>
          <p:nvPr/>
        </p:nvSpPr>
        <p:spPr>
          <a:xfrm>
            <a:off x="2697163" y="1635125"/>
            <a:ext cx="2919412" cy="449580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7" name="Google Shape;257;p3"/>
          <p:cNvSpPr txBox="1"/>
          <p:nvPr/>
        </p:nvSpPr>
        <p:spPr>
          <a:xfrm>
            <a:off x="1667638" y="500042"/>
            <a:ext cx="10358510" cy="6143668"/>
          </a:xfrm>
          <a:prstGeom prst="rect">
            <a:avLst/>
          </a:prstGeom>
          <a:noFill/>
          <a:ln>
            <a:noFill/>
          </a:ln>
        </p:spPr>
        <p:txBody>
          <a:bodyPr spcFirstLastPara="1" wrap="square" lIns="90000" tIns="45000" rIns="90000" bIns="45000" anchor="t" anchorCtr="0">
            <a:noAutofit/>
          </a:bodyPr>
          <a:lstStyle/>
          <a:p>
            <a:pPr marL="0" marR="0" lvl="0" indent="0" algn="just" rtl="0">
              <a:lnSpc>
                <a:spcPct val="93000"/>
              </a:lnSpc>
              <a:spcBef>
                <a:spcPts val="0"/>
              </a:spcBef>
              <a:spcAft>
                <a:spcPts val="0"/>
              </a:spcAft>
              <a:buClr>
                <a:srgbClr val="262626"/>
              </a:buClr>
              <a:buSzPts val="3600"/>
              <a:buFont typeface="Times New Roman"/>
              <a:buNone/>
            </a:pPr>
            <a:r>
              <a:rPr lang="es-AR" sz="3600" b="0" i="0" u="none" strike="noStrike" cap="none">
                <a:solidFill>
                  <a:srgbClr val="262626"/>
                </a:solidFill>
                <a:latin typeface="Century Gothic"/>
                <a:ea typeface="Century Gothic"/>
                <a:cs typeface="Century Gothic"/>
                <a:sym typeface="Century Gothic"/>
              </a:rPr>
              <a:t>El proceso de baja puede llevarse a cabo de dos modos diferentes:</a:t>
            </a:r>
            <a:endParaRPr sz="1400" b="0" i="0" u="none" strike="noStrike" cap="none">
              <a:solidFill>
                <a:srgbClr val="000000"/>
              </a:solidFill>
              <a:latin typeface="Arial"/>
              <a:ea typeface="Arial"/>
              <a:cs typeface="Arial"/>
              <a:sym typeface="Arial"/>
            </a:endParaRPr>
          </a:p>
          <a:p>
            <a:pPr marL="358775" marR="0" lvl="1" indent="-358775" algn="l" rtl="0">
              <a:lnSpc>
                <a:spcPct val="93000"/>
              </a:lnSpc>
              <a:spcBef>
                <a:spcPts val="2400"/>
              </a:spcBef>
              <a:spcAft>
                <a:spcPts val="0"/>
              </a:spcAft>
              <a:buClr>
                <a:srgbClr val="000000"/>
              </a:buClr>
              <a:buSzPts val="3600"/>
              <a:buFont typeface="Arial"/>
              <a:buChar char="•"/>
            </a:pPr>
            <a:r>
              <a:rPr lang="es-AR" sz="3600" b="1" i="0" u="none" strike="noStrike" cap="none">
                <a:solidFill>
                  <a:srgbClr val="262626"/>
                </a:solidFill>
                <a:latin typeface="Century Gothic"/>
                <a:ea typeface="Century Gothic"/>
                <a:cs typeface="Century Gothic"/>
                <a:sym typeface="Century Gothic"/>
              </a:rPr>
              <a:t>Baja física</a:t>
            </a:r>
            <a:endParaRPr sz="1400" b="0" i="0" u="none" strike="noStrike" cap="none">
              <a:solidFill>
                <a:srgbClr val="000000"/>
              </a:solidFill>
              <a:latin typeface="Arial"/>
              <a:ea typeface="Arial"/>
              <a:cs typeface="Arial"/>
              <a:sym typeface="Arial"/>
            </a:endParaRPr>
          </a:p>
          <a:p>
            <a:pPr marL="358775" marR="0" lvl="1" indent="-358775" algn="l" rtl="0">
              <a:lnSpc>
                <a:spcPct val="93000"/>
              </a:lnSpc>
              <a:spcBef>
                <a:spcPts val="1200"/>
              </a:spcBef>
              <a:spcAft>
                <a:spcPts val="0"/>
              </a:spcAft>
              <a:buClr>
                <a:srgbClr val="000000"/>
              </a:buClr>
              <a:buSzPts val="3600"/>
              <a:buFont typeface="Arial"/>
              <a:buNone/>
            </a:pPr>
            <a:r>
              <a:rPr lang="es-AR" sz="3600" b="0" i="0" u="none" strike="noStrike" cap="none">
                <a:solidFill>
                  <a:srgbClr val="262626"/>
                </a:solidFill>
                <a:latin typeface="Century Gothic"/>
                <a:ea typeface="Century Gothic"/>
                <a:cs typeface="Century Gothic"/>
                <a:sym typeface="Century Gothic"/>
              </a:rPr>
              <a:t>	Consiste en borrar efectivamente la información del archivo, recuperando el espacio físico.</a:t>
            </a:r>
            <a:endParaRPr sz="1400" b="0" i="0" u="none" strike="noStrike" cap="none">
              <a:solidFill>
                <a:srgbClr val="000000"/>
              </a:solidFill>
              <a:latin typeface="Arial"/>
              <a:ea typeface="Arial"/>
              <a:cs typeface="Arial"/>
              <a:sym typeface="Arial"/>
            </a:endParaRPr>
          </a:p>
          <a:p>
            <a:pPr marL="358775" marR="0" lvl="1" indent="-358775" algn="l" rtl="0">
              <a:lnSpc>
                <a:spcPct val="93000"/>
              </a:lnSpc>
              <a:spcBef>
                <a:spcPts val="2400"/>
              </a:spcBef>
              <a:spcAft>
                <a:spcPts val="0"/>
              </a:spcAft>
              <a:buClr>
                <a:srgbClr val="000000"/>
              </a:buClr>
              <a:buSzPts val="3600"/>
              <a:buFont typeface="Arial"/>
              <a:buChar char="•"/>
            </a:pPr>
            <a:r>
              <a:rPr lang="es-AR" sz="3600" b="1" i="0" u="none" strike="noStrike" cap="none">
                <a:solidFill>
                  <a:srgbClr val="262626"/>
                </a:solidFill>
                <a:latin typeface="Century Gothic"/>
                <a:ea typeface="Century Gothic"/>
                <a:cs typeface="Century Gothic"/>
                <a:sym typeface="Century Gothic"/>
              </a:rPr>
              <a:t>Baja lógica</a:t>
            </a:r>
            <a:endParaRPr sz="1400" b="0" i="0" u="none" strike="noStrike" cap="none">
              <a:solidFill>
                <a:srgbClr val="000000"/>
              </a:solidFill>
              <a:latin typeface="Arial"/>
              <a:ea typeface="Arial"/>
              <a:cs typeface="Arial"/>
              <a:sym typeface="Arial"/>
            </a:endParaRPr>
          </a:p>
          <a:p>
            <a:pPr marL="358775" marR="0" lvl="1" indent="-358775" algn="l" rtl="0">
              <a:lnSpc>
                <a:spcPct val="93000"/>
              </a:lnSpc>
              <a:spcBef>
                <a:spcPts val="1200"/>
              </a:spcBef>
              <a:spcAft>
                <a:spcPts val="0"/>
              </a:spcAft>
              <a:buClr>
                <a:srgbClr val="000000"/>
              </a:buClr>
              <a:buSzPts val="3600"/>
              <a:buFont typeface="Arial"/>
              <a:buNone/>
            </a:pPr>
            <a:r>
              <a:rPr lang="es-AR" sz="3600" b="0" i="0" u="none" strike="noStrike" cap="none">
                <a:solidFill>
                  <a:srgbClr val="262626"/>
                </a:solidFill>
                <a:latin typeface="Century Gothic"/>
                <a:ea typeface="Century Gothic"/>
                <a:cs typeface="Century Gothic"/>
                <a:sym typeface="Century Gothic"/>
              </a:rPr>
              <a:t>	Consiste en borrar la información del archivo, pero sin recuperar el espacio físico respectivo.  </a:t>
            </a:r>
            <a:endParaRPr sz="1400" b="0" i="0" u="none" strike="noStrike" cap="none">
              <a:solidFill>
                <a:srgbClr val="000000"/>
              </a:solidFill>
              <a:latin typeface="Arial"/>
              <a:ea typeface="Arial"/>
              <a:cs typeface="Arial"/>
              <a:sym typeface="Arial"/>
            </a:endParaRPr>
          </a:p>
        </p:txBody>
      </p:sp>
      <p:sp>
        <p:nvSpPr>
          <p:cNvPr id="258" name="Google Shape;258;p3"/>
          <p:cNvSpPr txBox="1"/>
          <p:nvPr/>
        </p:nvSpPr>
        <p:spPr>
          <a:xfrm>
            <a:off x="6848475" y="2160588"/>
            <a:ext cx="2582863" cy="4421187"/>
          </a:xfrm>
          <a:prstGeom prst="rect">
            <a:avLst/>
          </a:prstGeom>
          <a:noFill/>
          <a:ln>
            <a:noFill/>
          </a:ln>
        </p:spPr>
        <p:txBody>
          <a:bodyPr spcFirstLastPara="1" wrap="square" lIns="90000" tIns="45000" rIns="90000" bIns="45000" anchor="t" anchorCtr="0">
            <a:noAutofit/>
          </a:bodyPr>
          <a:lstStyle/>
          <a:p>
            <a:pPr marL="365125" marR="0" lvl="0" indent="-234950" algn="l" rtl="0">
              <a:lnSpc>
                <a:spcPct val="100000"/>
              </a:lnSpc>
              <a:spcBef>
                <a:spcPts val="0"/>
              </a:spcBef>
              <a:spcAft>
                <a:spcPts val="0"/>
              </a:spcAft>
              <a:buClr>
                <a:schemeClr val="lt1"/>
              </a:buClr>
              <a:buSzPts val="1400"/>
              <a:buFont typeface="Times New Roman"/>
              <a:buNone/>
            </a:pPr>
            <a:endParaRPr sz="1400" b="0" i="0" u="none" strike="noStrike" cap="none">
              <a:solidFill>
                <a:srgbClr val="262626"/>
              </a:solidFill>
              <a:latin typeface="Century Gothic"/>
              <a:ea typeface="Century Gothic"/>
              <a:cs typeface="Century Gothic"/>
              <a:sym typeface="Century Gothic"/>
            </a:endParaRPr>
          </a:p>
          <a:p>
            <a:pPr marL="365125" marR="0" lvl="0" indent="-234950" algn="l" rtl="0">
              <a:lnSpc>
                <a:spcPct val="100000"/>
              </a:lnSpc>
              <a:spcBef>
                <a:spcPts val="400"/>
              </a:spcBef>
              <a:spcAft>
                <a:spcPts val="0"/>
              </a:spcAft>
              <a:buClr>
                <a:schemeClr val="lt1"/>
              </a:buClr>
              <a:buSzPts val="1400"/>
              <a:buFont typeface="Times New Roman"/>
              <a:buNone/>
            </a:pPr>
            <a:endParaRPr sz="1400" b="0" i="0" u="none" strike="noStrike" cap="none">
              <a:solidFill>
                <a:srgbClr val="262626"/>
              </a:solidFill>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7">
                                            <p:txEl>
                                              <p:pRg st="0" end="0"/>
                                            </p:txEl>
                                          </p:spTgt>
                                        </p:tgtEl>
                                        <p:attrNameLst>
                                          <p:attrName>style.visibility</p:attrName>
                                        </p:attrNameLst>
                                      </p:cBhvr>
                                      <p:to>
                                        <p:strVal val="visible"/>
                                      </p:to>
                                    </p:set>
                                    <p:animEffect transition="in" filter="fade">
                                      <p:cBhvr>
                                        <p:cTn id="7" dur="1000"/>
                                        <p:tgtEl>
                                          <p:spTgt spid="257">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57">
                                            <p:txEl>
                                              <p:pRg st="1" end="1"/>
                                            </p:txEl>
                                          </p:spTgt>
                                        </p:tgtEl>
                                        <p:attrNameLst>
                                          <p:attrName>style.visibility</p:attrName>
                                        </p:attrNameLst>
                                      </p:cBhvr>
                                      <p:to>
                                        <p:strVal val="visible"/>
                                      </p:to>
                                    </p:set>
                                    <p:animEffect transition="in" filter="fade">
                                      <p:cBhvr>
                                        <p:cTn id="10" dur="1000"/>
                                        <p:tgtEl>
                                          <p:spTgt spid="257">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57">
                                            <p:txEl>
                                              <p:pRg st="2" end="2"/>
                                            </p:txEl>
                                          </p:spTgt>
                                        </p:tgtEl>
                                        <p:attrNameLst>
                                          <p:attrName>style.visibility</p:attrName>
                                        </p:attrNameLst>
                                      </p:cBhvr>
                                      <p:to>
                                        <p:strVal val="visible"/>
                                      </p:to>
                                    </p:set>
                                    <p:animEffect transition="in" filter="fade">
                                      <p:cBhvr>
                                        <p:cTn id="13" dur="1000"/>
                                        <p:tgtEl>
                                          <p:spTgt spid="257">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57">
                                            <p:txEl>
                                              <p:pRg st="3" end="3"/>
                                            </p:txEl>
                                          </p:spTgt>
                                        </p:tgtEl>
                                        <p:attrNameLst>
                                          <p:attrName>style.visibility</p:attrName>
                                        </p:attrNameLst>
                                      </p:cBhvr>
                                      <p:to>
                                        <p:strVal val="visible"/>
                                      </p:to>
                                    </p:set>
                                    <p:animEffect transition="in" filter="fade">
                                      <p:cBhvr>
                                        <p:cTn id="16" dur="1000"/>
                                        <p:tgtEl>
                                          <p:spTgt spid="257">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57">
                                            <p:txEl>
                                              <p:pRg st="4" end="4"/>
                                            </p:txEl>
                                          </p:spTgt>
                                        </p:tgtEl>
                                        <p:attrNameLst>
                                          <p:attrName>style.visibility</p:attrName>
                                        </p:attrNameLst>
                                      </p:cBhvr>
                                      <p:to>
                                        <p:strVal val="visible"/>
                                      </p:to>
                                    </p:set>
                                    <p:animEffect transition="in" filter="fade">
                                      <p:cBhvr>
                                        <p:cTn id="19" dur="1000"/>
                                        <p:tgtEl>
                                          <p:spTgt spid="25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CEE9F8"/>
            </a:gs>
          </a:gsLst>
          <a:path path="circle">
            <a:fillToRect l="50000" t="50000" r="50000" b="50000"/>
          </a:path>
          <a:tileRect/>
        </a:gradFill>
        <a:effectLst/>
      </p:bgPr>
    </p:bg>
    <p:spTree>
      <p:nvGrpSpPr>
        <p:cNvPr id="1" name="Shape 264"/>
        <p:cNvGrpSpPr/>
        <p:nvPr/>
      </p:nvGrpSpPr>
      <p:grpSpPr>
        <a:xfrm>
          <a:off x="0" y="0"/>
          <a:ext cx="0" cy="0"/>
          <a:chOff x="0" y="0"/>
          <a:chExt cx="0" cy="0"/>
        </a:xfrm>
      </p:grpSpPr>
      <p:sp>
        <p:nvSpPr>
          <p:cNvPr id="265" name="Google Shape;265;p4"/>
          <p:cNvSpPr txBox="1"/>
          <p:nvPr/>
        </p:nvSpPr>
        <p:spPr>
          <a:xfrm>
            <a:off x="1739076" y="214290"/>
            <a:ext cx="4437858" cy="1281112"/>
          </a:xfrm>
          <a:prstGeom prst="rect">
            <a:avLst/>
          </a:prstGeom>
          <a:noFill/>
          <a:ln>
            <a:noFill/>
          </a:ln>
        </p:spPr>
        <p:txBody>
          <a:bodyPr spcFirstLastPara="1" wrap="square" lIns="0" tIns="11150" rIns="0" bIns="0" anchor="ctr" anchorCtr="0">
            <a:noAutofit/>
          </a:bodyPr>
          <a:lstStyle/>
          <a:p>
            <a:pPr marL="0" marR="0" lvl="0" indent="0" algn="l" rtl="0">
              <a:lnSpc>
                <a:spcPct val="98000"/>
              </a:lnSpc>
              <a:spcBef>
                <a:spcPts val="0"/>
              </a:spcBef>
              <a:spcAft>
                <a:spcPts val="0"/>
              </a:spcAft>
              <a:buClr>
                <a:srgbClr val="262626"/>
              </a:buClr>
              <a:buSzPts val="4400"/>
              <a:buFont typeface="Times New Roman"/>
              <a:buNone/>
            </a:pPr>
            <a:r>
              <a:rPr lang="es-AR" sz="4400" b="0" i="0" u="none" strike="noStrike" cap="none">
                <a:solidFill>
                  <a:srgbClr val="262626"/>
                </a:solidFill>
                <a:latin typeface="Century Gothic"/>
                <a:ea typeface="Century Gothic"/>
                <a:cs typeface="Century Gothic"/>
                <a:sym typeface="Century Gothic"/>
              </a:rPr>
              <a:t>Baja Física </a:t>
            </a:r>
            <a:endParaRPr sz="1400" b="0" i="0" u="none" strike="noStrike" cap="none">
              <a:solidFill>
                <a:srgbClr val="000000"/>
              </a:solidFill>
              <a:latin typeface="Arial"/>
              <a:ea typeface="Arial"/>
              <a:cs typeface="Arial"/>
              <a:sym typeface="Arial"/>
            </a:endParaRPr>
          </a:p>
        </p:txBody>
      </p:sp>
      <p:sp>
        <p:nvSpPr>
          <p:cNvPr id="266" name="Google Shape;266;p4"/>
          <p:cNvSpPr txBox="1"/>
          <p:nvPr/>
        </p:nvSpPr>
        <p:spPr>
          <a:xfrm>
            <a:off x="503238" y="792163"/>
            <a:ext cx="779462" cy="365125"/>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entury Gothic"/>
                <a:ea typeface="Century Gothic"/>
                <a:cs typeface="Century Gothic"/>
                <a:sym typeface="Century Gothic"/>
              </a:rPr>
              <a:t>4</a:t>
            </a:fld>
            <a:endParaRPr sz="1800" b="0" i="0" u="none" strike="noStrike" cap="none">
              <a:solidFill>
                <a:srgbClr val="000000"/>
              </a:solidFill>
              <a:latin typeface="Century Gothic"/>
              <a:ea typeface="Century Gothic"/>
              <a:cs typeface="Century Gothic"/>
              <a:sym typeface="Century Gothic"/>
            </a:endParaRPr>
          </a:p>
        </p:txBody>
      </p:sp>
      <p:sp>
        <p:nvSpPr>
          <p:cNvPr id="267" name="Google Shape;267;p4"/>
          <p:cNvSpPr txBox="1"/>
          <p:nvPr/>
        </p:nvSpPr>
        <p:spPr>
          <a:xfrm>
            <a:off x="2697163" y="1635125"/>
            <a:ext cx="7772400" cy="449580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68" name="Google Shape;268;p4"/>
          <p:cNvSpPr txBox="1"/>
          <p:nvPr/>
        </p:nvSpPr>
        <p:spPr>
          <a:xfrm>
            <a:off x="1655763" y="1285859"/>
            <a:ext cx="9707562" cy="5410215"/>
          </a:xfrm>
          <a:prstGeom prst="rect">
            <a:avLst/>
          </a:prstGeom>
          <a:noFill/>
          <a:ln>
            <a:noFill/>
          </a:ln>
        </p:spPr>
        <p:txBody>
          <a:bodyPr spcFirstLastPara="1" wrap="square" lIns="90000" tIns="45000" rIns="90000" bIns="45000" anchor="t" anchorCtr="0">
            <a:noAutofit/>
          </a:bodyPr>
          <a:lstStyle/>
          <a:p>
            <a:pPr marL="0" marR="0" lvl="1" indent="0" algn="just" rtl="0">
              <a:lnSpc>
                <a:spcPct val="93000"/>
              </a:lnSpc>
              <a:spcBef>
                <a:spcPts val="0"/>
              </a:spcBef>
              <a:spcAft>
                <a:spcPts val="0"/>
              </a:spcAft>
              <a:buClr>
                <a:srgbClr val="000000"/>
              </a:buClr>
              <a:buSzPts val="3200"/>
              <a:buFont typeface="Times New Roman"/>
              <a:buNone/>
            </a:pPr>
            <a:r>
              <a:rPr lang="es-AR" sz="3200" b="0" i="0" u="none" strike="noStrike" cap="none">
                <a:solidFill>
                  <a:srgbClr val="000000"/>
                </a:solidFill>
                <a:latin typeface="Century Gothic"/>
                <a:ea typeface="Century Gothic"/>
                <a:cs typeface="Century Gothic"/>
                <a:sym typeface="Century Gothic"/>
              </a:rPr>
              <a:t>Se realiza baja física sobre un archivo cuando un elemento es efectivamente quitado del archivo, decrementando en uno la cantidad de elementos. </a:t>
            </a:r>
            <a:endParaRPr sz="1400" b="0" i="0" u="none" strike="noStrike" cap="none">
              <a:solidFill>
                <a:srgbClr val="000000"/>
              </a:solidFill>
              <a:latin typeface="Arial"/>
              <a:ea typeface="Arial"/>
              <a:cs typeface="Arial"/>
              <a:sym typeface="Arial"/>
            </a:endParaRPr>
          </a:p>
          <a:p>
            <a:pPr marL="0" marR="0" lvl="1" indent="0" algn="just" rtl="0">
              <a:lnSpc>
                <a:spcPct val="93000"/>
              </a:lnSpc>
              <a:spcBef>
                <a:spcPts val="1200"/>
              </a:spcBef>
              <a:spcAft>
                <a:spcPts val="0"/>
              </a:spcAft>
              <a:buClr>
                <a:schemeClr val="accent6"/>
              </a:buClr>
              <a:buSzPts val="3200"/>
              <a:buFont typeface="Times New Roman"/>
              <a:buNone/>
            </a:pPr>
            <a:r>
              <a:rPr lang="es-AR" sz="3200" b="1" i="0" u="none" strike="noStrike" cap="none">
                <a:solidFill>
                  <a:schemeClr val="accent6"/>
                </a:solidFill>
                <a:latin typeface="Century Gothic"/>
                <a:ea typeface="Century Gothic"/>
                <a:cs typeface="Century Gothic"/>
                <a:sym typeface="Century Gothic"/>
              </a:rPr>
              <a:t>VENTAJA: </a:t>
            </a:r>
            <a:r>
              <a:rPr lang="es-AR" sz="3200" b="0" i="0" u="none" strike="noStrike" cap="none">
                <a:solidFill>
                  <a:srgbClr val="000000"/>
                </a:solidFill>
                <a:latin typeface="Century Gothic"/>
                <a:ea typeface="Century Gothic"/>
                <a:cs typeface="Century Gothic"/>
                <a:sym typeface="Century Gothic"/>
              </a:rPr>
              <a:t>En todo momento, se administra un archivo de datos que ocupa el lugar mínimo necesario. </a:t>
            </a:r>
            <a:endParaRPr sz="3200" b="0" i="0" u="none" strike="noStrike" cap="none">
              <a:solidFill>
                <a:srgbClr val="000000"/>
              </a:solidFill>
              <a:latin typeface="Century Gothic"/>
              <a:ea typeface="Century Gothic"/>
              <a:cs typeface="Century Gothic"/>
              <a:sym typeface="Century Gothic"/>
            </a:endParaRPr>
          </a:p>
          <a:p>
            <a:pPr marL="0" marR="0" lvl="1" indent="0" algn="just" rtl="0">
              <a:lnSpc>
                <a:spcPct val="93000"/>
              </a:lnSpc>
              <a:spcBef>
                <a:spcPts val="1200"/>
              </a:spcBef>
              <a:spcAft>
                <a:spcPts val="0"/>
              </a:spcAft>
              <a:buClr>
                <a:schemeClr val="accent6"/>
              </a:buClr>
              <a:buSzPts val="3200"/>
              <a:buFont typeface="Times New Roman"/>
              <a:buNone/>
            </a:pPr>
            <a:r>
              <a:rPr lang="es-AR" sz="3200" b="1" i="0" u="none" strike="noStrike" cap="none">
                <a:solidFill>
                  <a:schemeClr val="accent6"/>
                </a:solidFill>
                <a:latin typeface="Century Gothic"/>
                <a:ea typeface="Century Gothic"/>
                <a:cs typeface="Century Gothic"/>
                <a:sym typeface="Century Gothic"/>
              </a:rPr>
              <a:t>DESVENTAJA: </a:t>
            </a:r>
            <a:r>
              <a:rPr lang="es-AR" sz="3200" b="0" i="0" u="none" strike="noStrike" cap="none">
                <a:solidFill>
                  <a:srgbClr val="000000"/>
                </a:solidFill>
                <a:latin typeface="Century Gothic"/>
                <a:ea typeface="Century Gothic"/>
                <a:cs typeface="Century Gothic"/>
                <a:sym typeface="Century Gothic"/>
              </a:rPr>
              <a:t>Performance de los algoritmos que implementan esta solución.</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68">
                                            <p:txEl>
                                              <p:pRg st="0" end="0"/>
                                            </p:txEl>
                                          </p:spTgt>
                                        </p:tgtEl>
                                        <p:attrNameLst>
                                          <p:attrName>style.visibility</p:attrName>
                                        </p:attrNameLst>
                                      </p:cBhvr>
                                      <p:to>
                                        <p:strVal val="visible"/>
                                      </p:to>
                                    </p:set>
                                    <p:animEffect transition="in" filter="fade">
                                      <p:cBhvr>
                                        <p:cTn id="7" dur="500"/>
                                        <p:tgtEl>
                                          <p:spTgt spid="26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68">
                                            <p:txEl>
                                              <p:pRg st="1" end="1"/>
                                            </p:txEl>
                                          </p:spTgt>
                                        </p:tgtEl>
                                        <p:attrNameLst>
                                          <p:attrName>style.visibility</p:attrName>
                                        </p:attrNameLst>
                                      </p:cBhvr>
                                      <p:to>
                                        <p:strVal val="visible"/>
                                      </p:to>
                                    </p:set>
                                    <p:animEffect transition="in" filter="fade">
                                      <p:cBhvr>
                                        <p:cTn id="10" dur="500"/>
                                        <p:tgtEl>
                                          <p:spTgt spid="268">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68">
                                            <p:txEl>
                                              <p:pRg st="2" end="2"/>
                                            </p:txEl>
                                          </p:spTgt>
                                        </p:tgtEl>
                                        <p:attrNameLst>
                                          <p:attrName>style.visibility</p:attrName>
                                        </p:attrNameLst>
                                      </p:cBhvr>
                                      <p:to>
                                        <p:strVal val="visible"/>
                                      </p:to>
                                    </p:set>
                                    <p:animEffect transition="in" filter="fade">
                                      <p:cBhvr>
                                        <p:cTn id="13" dur="500"/>
                                        <p:tgtEl>
                                          <p:spTgt spid="26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CEE9F8"/>
            </a:gs>
          </a:gsLst>
          <a:path path="circle">
            <a:fillToRect l="50000" t="50000" r="50000" b="50000"/>
          </a:path>
          <a:tileRect/>
        </a:gradFill>
        <a:effectLst/>
      </p:bgPr>
    </p:bg>
    <p:spTree>
      <p:nvGrpSpPr>
        <p:cNvPr id="1" name="Shape 274"/>
        <p:cNvGrpSpPr/>
        <p:nvPr/>
      </p:nvGrpSpPr>
      <p:grpSpPr>
        <a:xfrm>
          <a:off x="0" y="0"/>
          <a:ext cx="0" cy="0"/>
          <a:chOff x="0" y="0"/>
          <a:chExt cx="0" cy="0"/>
        </a:xfrm>
      </p:grpSpPr>
      <p:sp>
        <p:nvSpPr>
          <p:cNvPr id="275" name="Google Shape;275;p5"/>
          <p:cNvSpPr txBox="1"/>
          <p:nvPr/>
        </p:nvSpPr>
        <p:spPr>
          <a:xfrm>
            <a:off x="1881952" y="357166"/>
            <a:ext cx="9422636" cy="1154134"/>
          </a:xfrm>
          <a:prstGeom prst="rect">
            <a:avLst/>
          </a:prstGeom>
          <a:noFill/>
          <a:ln>
            <a:noFill/>
          </a:ln>
        </p:spPr>
        <p:txBody>
          <a:bodyPr spcFirstLastPara="1" wrap="square" lIns="0" tIns="11150" rIns="0" bIns="0" anchor="ctr" anchorCtr="0">
            <a:noAutofit/>
          </a:bodyPr>
          <a:lstStyle/>
          <a:p>
            <a:pPr marL="0" marR="0" lvl="0" indent="0" algn="l" rtl="0">
              <a:lnSpc>
                <a:spcPct val="93000"/>
              </a:lnSpc>
              <a:spcBef>
                <a:spcPts val="0"/>
              </a:spcBef>
              <a:spcAft>
                <a:spcPts val="0"/>
              </a:spcAft>
              <a:buClr>
                <a:srgbClr val="262626"/>
              </a:buClr>
              <a:buSzPts val="4400"/>
              <a:buFont typeface="Times New Roman"/>
              <a:buNone/>
            </a:pPr>
            <a:r>
              <a:rPr lang="es-AR" sz="4400" b="0" i="0" u="none" strike="noStrike" cap="none">
                <a:solidFill>
                  <a:srgbClr val="262626"/>
                </a:solidFill>
                <a:latin typeface="Century Gothic"/>
                <a:ea typeface="Century Gothic"/>
                <a:cs typeface="Century Gothic"/>
                <a:sym typeface="Century Gothic"/>
              </a:rPr>
              <a:t> Técnicas de Baja Física</a:t>
            </a:r>
            <a:endParaRPr sz="4400" b="0" i="0" u="none" strike="noStrike" cap="none">
              <a:solidFill>
                <a:srgbClr val="262626"/>
              </a:solidFill>
              <a:latin typeface="Century Gothic"/>
              <a:ea typeface="Century Gothic"/>
              <a:cs typeface="Century Gothic"/>
              <a:sym typeface="Century Gothic"/>
            </a:endParaRPr>
          </a:p>
        </p:txBody>
      </p:sp>
      <p:sp>
        <p:nvSpPr>
          <p:cNvPr id="276" name="Google Shape;276;p5"/>
          <p:cNvSpPr txBox="1"/>
          <p:nvPr/>
        </p:nvSpPr>
        <p:spPr>
          <a:xfrm>
            <a:off x="503238" y="792163"/>
            <a:ext cx="779462" cy="365125"/>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entury Gothic"/>
                <a:ea typeface="Century Gothic"/>
                <a:cs typeface="Century Gothic"/>
                <a:sym typeface="Century Gothic"/>
              </a:rPr>
              <a:t>5</a:t>
            </a:fld>
            <a:endParaRPr sz="1800" b="0" i="0" u="none" strike="noStrike" cap="none">
              <a:solidFill>
                <a:srgbClr val="000000"/>
              </a:solidFill>
              <a:latin typeface="Century Gothic"/>
              <a:ea typeface="Century Gothic"/>
              <a:cs typeface="Century Gothic"/>
              <a:sym typeface="Century Gothic"/>
            </a:endParaRPr>
          </a:p>
        </p:txBody>
      </p:sp>
      <p:sp>
        <p:nvSpPr>
          <p:cNvPr id="277" name="Google Shape;277;p5"/>
          <p:cNvSpPr txBox="1"/>
          <p:nvPr/>
        </p:nvSpPr>
        <p:spPr>
          <a:xfrm>
            <a:off x="2697163" y="1635125"/>
            <a:ext cx="7772400" cy="449580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8" name="Google Shape;278;p5"/>
          <p:cNvSpPr txBox="1"/>
          <p:nvPr/>
        </p:nvSpPr>
        <p:spPr>
          <a:xfrm>
            <a:off x="1881952" y="1714488"/>
            <a:ext cx="9929882" cy="4662500"/>
          </a:xfrm>
          <a:prstGeom prst="rect">
            <a:avLst/>
          </a:prstGeom>
          <a:noFill/>
          <a:ln>
            <a:noFill/>
          </a:ln>
        </p:spPr>
        <p:txBody>
          <a:bodyPr spcFirstLastPara="1" wrap="square" lIns="90000" tIns="45000" rIns="90000" bIns="45000" anchor="t" anchorCtr="0">
            <a:noAutofit/>
          </a:bodyPr>
          <a:lstStyle/>
          <a:p>
            <a:pPr marL="0" marR="0" lvl="0" indent="0" algn="l" rtl="0">
              <a:lnSpc>
                <a:spcPct val="93000"/>
              </a:lnSpc>
              <a:spcBef>
                <a:spcPts val="0"/>
              </a:spcBef>
              <a:spcAft>
                <a:spcPts val="0"/>
              </a:spcAft>
              <a:buClr>
                <a:srgbClr val="000000"/>
              </a:buClr>
              <a:buSzPts val="3200"/>
              <a:buFont typeface="Noto Sans Symbols"/>
              <a:buChar char="⮚"/>
            </a:pPr>
            <a:r>
              <a:rPr lang="es-AR" sz="4000" b="0" i="0" u="none" strike="noStrike" cap="none">
                <a:solidFill>
                  <a:srgbClr val="262626"/>
                </a:solidFill>
                <a:latin typeface="Century Gothic"/>
                <a:ea typeface="Century Gothic"/>
                <a:cs typeface="Century Gothic"/>
                <a:sym typeface="Century Gothic"/>
              </a:rPr>
              <a:t>Generar un nuevo archivo con los elementos válidos</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000000"/>
              </a:buClr>
              <a:buSzPts val="4000"/>
              <a:buFont typeface="Arial"/>
              <a:buNone/>
            </a:pPr>
            <a:endParaRPr sz="4000" b="0" i="0" u="none" strike="noStrike" cap="none">
              <a:solidFill>
                <a:srgbClr val="262626"/>
              </a:solidFill>
              <a:latin typeface="Century Gothic"/>
              <a:ea typeface="Century Gothic"/>
              <a:cs typeface="Century Gothic"/>
              <a:sym typeface="Century Gothic"/>
            </a:endParaRPr>
          </a:p>
          <a:p>
            <a:pPr marL="0" marR="0" lvl="0" indent="0" algn="l" rtl="0">
              <a:lnSpc>
                <a:spcPct val="93000"/>
              </a:lnSpc>
              <a:spcBef>
                <a:spcPts val="0"/>
              </a:spcBef>
              <a:spcAft>
                <a:spcPts val="0"/>
              </a:spcAft>
              <a:buClr>
                <a:srgbClr val="000000"/>
              </a:buClr>
              <a:buSzPts val="4000"/>
              <a:buFont typeface="Arial"/>
              <a:buNone/>
            </a:pPr>
            <a:endParaRPr sz="4000" b="0" i="0" u="none" strike="noStrike" cap="none">
              <a:solidFill>
                <a:srgbClr val="262626"/>
              </a:solidFill>
              <a:latin typeface="Century Gothic"/>
              <a:ea typeface="Century Gothic"/>
              <a:cs typeface="Century Gothic"/>
              <a:sym typeface="Century Gothic"/>
            </a:endParaRPr>
          </a:p>
          <a:p>
            <a:pPr marL="0" marR="0" lvl="0" indent="0" algn="l" rtl="0">
              <a:lnSpc>
                <a:spcPct val="93000"/>
              </a:lnSpc>
              <a:spcBef>
                <a:spcPts val="0"/>
              </a:spcBef>
              <a:spcAft>
                <a:spcPts val="0"/>
              </a:spcAft>
              <a:buClr>
                <a:srgbClr val="000000"/>
              </a:buClr>
              <a:buSzPts val="3200"/>
              <a:buFont typeface="Noto Sans Symbols"/>
              <a:buChar char="⮚"/>
            </a:pPr>
            <a:r>
              <a:rPr lang="es-AR" sz="4000" b="0" i="0" u="none" strike="noStrike" cap="none">
                <a:solidFill>
                  <a:srgbClr val="262626"/>
                </a:solidFill>
                <a:latin typeface="Century Gothic"/>
                <a:ea typeface="Century Gothic"/>
                <a:cs typeface="Century Gothic"/>
                <a:sym typeface="Century Gothic"/>
              </a:rPr>
              <a:t>Utilizar el mismo archivo de datos, generando los reacomodamientos que sean necesarios. (Solo para archivos sin ordenar)</a:t>
            </a:r>
            <a:endParaRPr sz="4000" b="0" i="0" u="none" strike="noStrike" cap="none">
              <a:solidFill>
                <a:srgbClr val="262626"/>
              </a:solidFill>
              <a:latin typeface="Century Gothic"/>
              <a:ea typeface="Century Gothic"/>
              <a:cs typeface="Century Gothic"/>
              <a:sym typeface="Century Gothic"/>
            </a:endParaRPr>
          </a:p>
        </p:txBody>
      </p:sp>
      <p:cxnSp>
        <p:nvCxnSpPr>
          <p:cNvPr id="279" name="Google Shape;279;p5"/>
          <p:cNvCxnSpPr/>
          <p:nvPr/>
        </p:nvCxnSpPr>
        <p:spPr>
          <a:xfrm>
            <a:off x="6596860" y="2643182"/>
            <a:ext cx="785818" cy="1588"/>
          </a:xfrm>
          <a:prstGeom prst="straightConnector1">
            <a:avLst/>
          </a:prstGeom>
          <a:noFill/>
          <a:ln w="76200" cap="flat" cmpd="sng">
            <a:solidFill>
              <a:srgbClr val="2727B7"/>
            </a:solidFill>
            <a:prstDash val="solid"/>
            <a:round/>
            <a:headEnd type="none" w="sm" len="sm"/>
            <a:tailEnd type="stealth" w="med" len="med"/>
          </a:ln>
        </p:spPr>
      </p:cxnSp>
      <p:sp>
        <p:nvSpPr>
          <p:cNvPr id="280" name="Google Shape;280;p5"/>
          <p:cNvSpPr/>
          <p:nvPr/>
        </p:nvSpPr>
        <p:spPr>
          <a:xfrm>
            <a:off x="7382678" y="2357430"/>
            <a:ext cx="4214842" cy="1122743"/>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600"/>
              <a:buFont typeface="Arial"/>
              <a:buNone/>
            </a:pPr>
            <a:r>
              <a:rPr lang="es-AR" sz="3600" b="1" i="0" u="sng" strike="noStrike" cap="none">
                <a:solidFill>
                  <a:schemeClr val="accent6"/>
                </a:solidFill>
                <a:latin typeface="Century Gothic"/>
                <a:ea typeface="Century Gothic"/>
                <a:cs typeface="Century Gothic"/>
                <a:sym typeface="Century Gothic"/>
              </a:rPr>
              <a:t>sin</a:t>
            </a:r>
            <a:r>
              <a:rPr lang="es-AR" sz="3600" b="0" i="0" u="none" strike="noStrike" cap="none">
                <a:solidFill>
                  <a:schemeClr val="accent6"/>
                </a:solidFill>
                <a:latin typeface="Century Gothic"/>
                <a:ea typeface="Century Gothic"/>
                <a:cs typeface="Century Gothic"/>
                <a:sym typeface="Century Gothic"/>
              </a:rPr>
              <a:t> copiar los que se desea eliminar</a:t>
            </a:r>
            <a:endParaRPr sz="3600" b="0" i="0" u="none" strike="noStrike" cap="none">
              <a:solidFill>
                <a:schemeClr val="accent6"/>
              </a:solidFill>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8">
                                            <p:txEl>
                                              <p:pRg st="0" end="0"/>
                                            </p:txEl>
                                          </p:spTgt>
                                        </p:tgtEl>
                                        <p:attrNameLst>
                                          <p:attrName>style.visibility</p:attrName>
                                        </p:attrNameLst>
                                      </p:cBhvr>
                                      <p:to>
                                        <p:strVal val="visible"/>
                                      </p:to>
                                    </p:set>
                                    <p:animEffect transition="in" filter="fade">
                                      <p:cBhvr>
                                        <p:cTn id="7" dur="1000"/>
                                        <p:tgtEl>
                                          <p:spTgt spid="2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8">
                                            <p:txEl>
                                              <p:pRg st="1" end="1"/>
                                            </p:txEl>
                                          </p:spTgt>
                                        </p:tgtEl>
                                        <p:attrNameLst>
                                          <p:attrName>style.visibility</p:attrName>
                                        </p:attrNameLst>
                                      </p:cBhvr>
                                      <p:to>
                                        <p:strVal val="visible"/>
                                      </p:to>
                                    </p:set>
                                    <p:animEffect transition="in" filter="fade">
                                      <p:cBhvr>
                                        <p:cTn id="12" dur="1000"/>
                                        <p:tgtEl>
                                          <p:spTgt spid="2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8">
                                            <p:txEl>
                                              <p:pRg st="2" end="2"/>
                                            </p:txEl>
                                          </p:spTgt>
                                        </p:tgtEl>
                                        <p:attrNameLst>
                                          <p:attrName>style.visibility</p:attrName>
                                        </p:attrNameLst>
                                      </p:cBhvr>
                                      <p:to>
                                        <p:strVal val="visible"/>
                                      </p:to>
                                    </p:set>
                                    <p:animEffect transition="in" filter="fade">
                                      <p:cBhvr>
                                        <p:cTn id="17" dur="1000"/>
                                        <p:tgtEl>
                                          <p:spTgt spid="27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8">
                                            <p:txEl>
                                              <p:pRg st="3" end="3"/>
                                            </p:txEl>
                                          </p:spTgt>
                                        </p:tgtEl>
                                        <p:attrNameLst>
                                          <p:attrName>style.visibility</p:attrName>
                                        </p:attrNameLst>
                                      </p:cBhvr>
                                      <p:to>
                                        <p:strVal val="visible"/>
                                      </p:to>
                                    </p:set>
                                    <p:animEffect transition="in" filter="fade">
                                      <p:cBhvr>
                                        <p:cTn id="22" dur="1000"/>
                                        <p:tgtEl>
                                          <p:spTgt spid="278">
                                            <p:txEl>
                                              <p:pRg st="3" end="3"/>
                                            </p:txEl>
                                          </p:spTgt>
                                        </p:tgtEl>
                                      </p:cBhvr>
                                    </p:animEffect>
                                  </p:childTnLst>
                                </p:cTn>
                              </p:par>
                            </p:childTnLst>
                          </p:cTn>
                        </p:par>
                        <p:par>
                          <p:cTn id="23" fill="hold">
                            <p:stCondLst>
                              <p:cond delay="1000"/>
                            </p:stCondLst>
                            <p:childTnLst>
                              <p:par>
                                <p:cTn id="24" presetID="23" presetClass="entr" presetSubtype="16" fill="hold" nodeType="afterEffect">
                                  <p:stCondLst>
                                    <p:cond delay="0"/>
                                  </p:stCondLst>
                                  <p:childTnLst>
                                    <p:set>
                                      <p:cBhvr>
                                        <p:cTn id="25" dur="1" fill="hold">
                                          <p:stCondLst>
                                            <p:cond delay="0"/>
                                          </p:stCondLst>
                                        </p:cTn>
                                        <p:tgtEl>
                                          <p:spTgt spid="279"/>
                                        </p:tgtEl>
                                        <p:attrNameLst>
                                          <p:attrName>style.visibility</p:attrName>
                                        </p:attrNameLst>
                                      </p:cBhvr>
                                      <p:to>
                                        <p:strVal val="visible"/>
                                      </p:to>
                                    </p:set>
                                    <p:anim calcmode="lin" valueType="num">
                                      <p:cBhvr additive="base">
                                        <p:cTn id="26" dur="500"/>
                                        <p:tgtEl>
                                          <p:spTgt spid="279"/>
                                        </p:tgtEl>
                                        <p:attrNameLst>
                                          <p:attrName>ppt_w</p:attrName>
                                        </p:attrNameLst>
                                      </p:cBhvr>
                                      <p:tavLst>
                                        <p:tav tm="0">
                                          <p:val>
                                            <p:strVal val="0"/>
                                          </p:val>
                                        </p:tav>
                                        <p:tav tm="100000">
                                          <p:val>
                                            <p:strVal val="#ppt_w"/>
                                          </p:val>
                                        </p:tav>
                                      </p:tavLst>
                                    </p:anim>
                                    <p:anim calcmode="lin" valueType="num">
                                      <p:cBhvr additive="base">
                                        <p:cTn id="27" dur="500"/>
                                        <p:tgtEl>
                                          <p:spTgt spid="279"/>
                                        </p:tgtEl>
                                        <p:attrNameLst>
                                          <p:attrName>ppt_h</p:attrName>
                                        </p:attrNameLst>
                                      </p:cBhvr>
                                      <p:tavLst>
                                        <p:tav tm="0">
                                          <p:val>
                                            <p:strVal val="0"/>
                                          </p:val>
                                        </p:tav>
                                        <p:tav tm="100000">
                                          <p:val>
                                            <p:strVal val="#ppt_h"/>
                                          </p:val>
                                        </p:tav>
                                      </p:tavLst>
                                    </p:anim>
                                  </p:childTnLst>
                                </p:cTn>
                              </p:par>
                            </p:childTnLst>
                          </p:cTn>
                        </p:par>
                        <p:par>
                          <p:cTn id="28" fill="hold">
                            <p:stCondLst>
                              <p:cond delay="1500"/>
                            </p:stCondLst>
                            <p:childTnLst>
                              <p:par>
                                <p:cTn id="29" presetID="23" presetClass="entr" presetSubtype="16" fill="hold" nodeType="afterEffect">
                                  <p:stCondLst>
                                    <p:cond delay="0"/>
                                  </p:stCondLst>
                                  <p:childTnLst>
                                    <p:set>
                                      <p:cBhvr>
                                        <p:cTn id="30" dur="1" fill="hold">
                                          <p:stCondLst>
                                            <p:cond delay="0"/>
                                          </p:stCondLst>
                                        </p:cTn>
                                        <p:tgtEl>
                                          <p:spTgt spid="280"/>
                                        </p:tgtEl>
                                        <p:attrNameLst>
                                          <p:attrName>style.visibility</p:attrName>
                                        </p:attrNameLst>
                                      </p:cBhvr>
                                      <p:to>
                                        <p:strVal val="visible"/>
                                      </p:to>
                                    </p:set>
                                    <p:anim calcmode="lin" valueType="num">
                                      <p:cBhvr additive="base">
                                        <p:cTn id="31" dur="1000"/>
                                        <p:tgtEl>
                                          <p:spTgt spid="280"/>
                                        </p:tgtEl>
                                        <p:attrNameLst>
                                          <p:attrName>ppt_w</p:attrName>
                                        </p:attrNameLst>
                                      </p:cBhvr>
                                      <p:tavLst>
                                        <p:tav tm="0">
                                          <p:val>
                                            <p:strVal val="0"/>
                                          </p:val>
                                        </p:tav>
                                        <p:tav tm="100000">
                                          <p:val>
                                            <p:strVal val="#ppt_w"/>
                                          </p:val>
                                        </p:tav>
                                      </p:tavLst>
                                    </p:anim>
                                    <p:anim calcmode="lin" valueType="num">
                                      <p:cBhvr additive="base">
                                        <p:cTn id="32" dur="1000"/>
                                        <p:tgtEl>
                                          <p:spTgt spid="28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CEE9F8"/>
            </a:gs>
          </a:gsLst>
          <a:path path="circle">
            <a:fillToRect l="50000" t="50000" r="50000" b="50000"/>
          </a:path>
          <a:tileRect/>
        </a:gradFill>
        <a:effectLst/>
      </p:bgPr>
    </p:bg>
    <p:spTree>
      <p:nvGrpSpPr>
        <p:cNvPr id="1" name="Shape 286"/>
        <p:cNvGrpSpPr/>
        <p:nvPr/>
      </p:nvGrpSpPr>
      <p:grpSpPr>
        <a:xfrm>
          <a:off x="0" y="0"/>
          <a:ext cx="0" cy="0"/>
          <a:chOff x="0" y="0"/>
          <a:chExt cx="0" cy="0"/>
        </a:xfrm>
      </p:grpSpPr>
      <p:sp>
        <p:nvSpPr>
          <p:cNvPr id="287" name="Google Shape;287;p6"/>
          <p:cNvSpPr txBox="1"/>
          <p:nvPr/>
        </p:nvSpPr>
        <p:spPr>
          <a:xfrm>
            <a:off x="1944688" y="230188"/>
            <a:ext cx="9359900" cy="1281112"/>
          </a:xfrm>
          <a:prstGeom prst="rect">
            <a:avLst/>
          </a:prstGeom>
          <a:noFill/>
          <a:ln>
            <a:noFill/>
          </a:ln>
        </p:spPr>
        <p:txBody>
          <a:bodyPr spcFirstLastPara="1" wrap="square" lIns="0" tIns="11150" rIns="0" bIns="0" anchor="ctr" anchorCtr="0">
            <a:noAutofit/>
          </a:bodyPr>
          <a:lstStyle/>
          <a:p>
            <a:pPr marL="0" marR="0" lvl="0" indent="0" algn="l" rtl="0">
              <a:lnSpc>
                <a:spcPct val="98000"/>
              </a:lnSpc>
              <a:spcBef>
                <a:spcPts val="0"/>
              </a:spcBef>
              <a:spcAft>
                <a:spcPts val="0"/>
              </a:spcAft>
              <a:buClr>
                <a:srgbClr val="262626"/>
              </a:buClr>
              <a:buSzPts val="4400"/>
              <a:buFont typeface="Times New Roman"/>
              <a:buNone/>
            </a:pPr>
            <a:r>
              <a:rPr lang="es-AR" sz="4400" b="0" i="0" u="none" strike="noStrike" cap="none">
                <a:solidFill>
                  <a:srgbClr val="262626"/>
                </a:solidFill>
                <a:latin typeface="Century Gothic"/>
                <a:ea typeface="Century Gothic"/>
                <a:cs typeface="Century Gothic"/>
                <a:sym typeface="Century Gothic"/>
              </a:rPr>
              <a:t>Ejemplo: algoritmo </a:t>
            </a:r>
            <a:endParaRPr sz="4400" b="0" i="0" u="none" strike="noStrike" cap="none">
              <a:solidFill>
                <a:srgbClr val="262626"/>
              </a:solidFill>
              <a:latin typeface="Century Gothic"/>
              <a:ea typeface="Century Gothic"/>
              <a:cs typeface="Century Gothic"/>
              <a:sym typeface="Century Gothic"/>
            </a:endParaRPr>
          </a:p>
        </p:txBody>
      </p:sp>
      <p:sp>
        <p:nvSpPr>
          <p:cNvPr id="288" name="Google Shape;288;p6"/>
          <p:cNvSpPr txBox="1"/>
          <p:nvPr/>
        </p:nvSpPr>
        <p:spPr>
          <a:xfrm>
            <a:off x="503238" y="792163"/>
            <a:ext cx="779462" cy="365125"/>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entury Gothic"/>
                <a:ea typeface="Century Gothic"/>
                <a:cs typeface="Century Gothic"/>
                <a:sym typeface="Century Gothic"/>
              </a:rPr>
              <a:t>6</a:t>
            </a:fld>
            <a:endParaRPr sz="1800" b="0" i="0" u="none" strike="noStrike" cap="none">
              <a:solidFill>
                <a:srgbClr val="000000"/>
              </a:solidFill>
              <a:latin typeface="Century Gothic"/>
              <a:ea typeface="Century Gothic"/>
              <a:cs typeface="Century Gothic"/>
              <a:sym typeface="Century Gothic"/>
            </a:endParaRPr>
          </a:p>
        </p:txBody>
      </p:sp>
      <p:sp>
        <p:nvSpPr>
          <p:cNvPr id="289" name="Google Shape;289;p6"/>
          <p:cNvSpPr txBox="1"/>
          <p:nvPr/>
        </p:nvSpPr>
        <p:spPr>
          <a:xfrm>
            <a:off x="2697163" y="1635125"/>
            <a:ext cx="7772400" cy="449580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0" name="Google Shape;290;p6"/>
          <p:cNvSpPr txBox="1"/>
          <p:nvPr/>
        </p:nvSpPr>
        <p:spPr>
          <a:xfrm>
            <a:off x="1406486" y="1635136"/>
            <a:ext cx="10787100" cy="5072100"/>
          </a:xfrm>
          <a:prstGeom prst="rect">
            <a:avLst/>
          </a:prstGeom>
          <a:noFill/>
          <a:ln>
            <a:noFill/>
          </a:ln>
        </p:spPr>
        <p:txBody>
          <a:bodyPr spcFirstLastPara="1" wrap="square" lIns="90000" tIns="45000" rIns="90000" bIns="45000" anchor="t" anchorCtr="0">
            <a:noAutofit/>
          </a:bodyPr>
          <a:lstStyle/>
          <a:p>
            <a:pPr marL="0" marR="0" lvl="0" indent="0" algn="l" rtl="0">
              <a:lnSpc>
                <a:spcPct val="93000"/>
              </a:lnSpc>
              <a:spcBef>
                <a:spcPts val="0"/>
              </a:spcBef>
              <a:spcAft>
                <a:spcPts val="0"/>
              </a:spcAft>
              <a:buClr>
                <a:srgbClr val="1C1C1C"/>
              </a:buClr>
              <a:buSzPts val="2800"/>
              <a:buFont typeface="Times New Roman"/>
              <a:buNone/>
            </a:pPr>
            <a:r>
              <a:rPr lang="es-AR" sz="2800" b="1" i="0" u="none" strike="noStrike" cap="none">
                <a:solidFill>
                  <a:srgbClr val="1C1C1C"/>
                </a:solidFill>
                <a:latin typeface="Courier New"/>
                <a:ea typeface="Courier New"/>
                <a:cs typeface="Courier New"/>
                <a:sym typeface="Courier New"/>
              </a:rPr>
              <a:t>begin</a:t>
            </a:r>
            <a:r>
              <a:rPr lang="es-AR" sz="2800" b="1" i="1" u="none" strike="noStrike" cap="none">
                <a:solidFill>
                  <a:srgbClr val="0066FF"/>
                </a:solidFill>
                <a:latin typeface="Courier New"/>
                <a:ea typeface="Courier New"/>
                <a:cs typeface="Courier New"/>
                <a:sym typeface="Courier New"/>
              </a:rPr>
              <a:t> {se sabe que existe Carlos Garcia}</a:t>
            </a:r>
            <a:endParaRPr sz="2800" b="1" i="0" u="none" strike="noStrike" cap="none">
              <a:solidFill>
                <a:srgbClr val="1C1C1C"/>
              </a:solidFill>
              <a:latin typeface="Courier New"/>
              <a:ea typeface="Courier New"/>
              <a:cs typeface="Courier New"/>
              <a:sym typeface="Courier New"/>
            </a:endParaRPr>
          </a:p>
          <a:p>
            <a:pPr marL="0" marR="0" lvl="0" indent="0" algn="l" rtl="0">
              <a:lnSpc>
                <a:spcPct val="93000"/>
              </a:lnSpc>
              <a:spcBef>
                <a:spcPts val="0"/>
              </a:spcBef>
              <a:spcAft>
                <a:spcPts val="0"/>
              </a:spcAft>
              <a:buClr>
                <a:srgbClr val="1C1C1C"/>
              </a:buClr>
              <a:buSzPts val="2800"/>
              <a:buFont typeface="Times New Roman"/>
              <a:buNone/>
            </a:pPr>
            <a:r>
              <a:rPr lang="es-AR" sz="2800" b="1" i="0" u="none" strike="noStrike" cap="none">
                <a:solidFill>
                  <a:srgbClr val="1C1C1C"/>
                </a:solidFill>
                <a:latin typeface="Courier New"/>
                <a:ea typeface="Courier New"/>
                <a:cs typeface="Courier New"/>
                <a:sym typeface="Courier New"/>
              </a:rPr>
              <a:t>  	</a:t>
            </a:r>
            <a:r>
              <a:rPr lang="es-AR" sz="2800" b="1" i="0" u="none" strike="noStrike" cap="none">
                <a:solidFill>
                  <a:srgbClr val="000000"/>
                </a:solidFill>
                <a:latin typeface="Courier New"/>
                <a:ea typeface="Courier New"/>
                <a:cs typeface="Courier New"/>
                <a:sym typeface="Courier New"/>
              </a:rPr>
              <a:t>assign </a:t>
            </a:r>
            <a:r>
              <a:rPr lang="es-AR" sz="2800" b="0" i="0" u="none" strike="noStrike" cap="none">
                <a:solidFill>
                  <a:srgbClr val="000000"/>
                </a:solidFill>
                <a:latin typeface="Courier New"/>
                <a:ea typeface="Courier New"/>
                <a:cs typeface="Courier New"/>
                <a:sym typeface="Courier New"/>
              </a:rPr>
              <a:t>(archivo, 'arch_empleados');</a:t>
            </a:r>
            <a:endParaRPr sz="2800" b="0" i="0" u="none" strike="noStrike" cap="none">
              <a:solidFill>
                <a:srgbClr val="000000"/>
              </a:solidFill>
              <a:latin typeface="Courier New"/>
              <a:ea typeface="Courier New"/>
              <a:cs typeface="Courier New"/>
              <a:sym typeface="Courier New"/>
            </a:endParaRPr>
          </a:p>
          <a:p>
            <a:pPr marL="0" marR="0" lvl="0" indent="0" algn="l" rtl="0">
              <a:lnSpc>
                <a:spcPct val="93000"/>
              </a:lnSpc>
              <a:spcBef>
                <a:spcPts val="0"/>
              </a:spcBef>
              <a:spcAft>
                <a:spcPts val="0"/>
              </a:spcAft>
              <a:buClr>
                <a:srgbClr val="1C1C1C"/>
              </a:buClr>
              <a:buSzPts val="2800"/>
              <a:buFont typeface="Times New Roman"/>
              <a:buNone/>
            </a:pPr>
            <a:r>
              <a:rPr lang="es-AR" sz="2800" b="1" i="0" u="none" strike="noStrike" cap="none">
                <a:solidFill>
                  <a:srgbClr val="1C1C1C"/>
                </a:solidFill>
                <a:latin typeface="Courier New"/>
                <a:ea typeface="Courier New"/>
                <a:cs typeface="Courier New"/>
                <a:sym typeface="Courier New"/>
              </a:rPr>
              <a:t>  	</a:t>
            </a:r>
            <a:r>
              <a:rPr lang="es-AR" sz="2800" b="1" i="0" u="none" strike="noStrike" cap="none">
                <a:solidFill>
                  <a:srgbClr val="000000"/>
                </a:solidFill>
                <a:latin typeface="Courier New"/>
                <a:ea typeface="Courier New"/>
                <a:cs typeface="Courier New"/>
                <a:sym typeface="Courier New"/>
              </a:rPr>
              <a:t>assign </a:t>
            </a:r>
            <a:r>
              <a:rPr lang="es-AR" sz="2800" b="0" i="0" u="none" strike="noStrike" cap="none">
                <a:solidFill>
                  <a:srgbClr val="000000"/>
                </a:solidFill>
                <a:latin typeface="Courier New"/>
                <a:ea typeface="Courier New"/>
                <a:cs typeface="Courier New"/>
                <a:sym typeface="Courier New"/>
              </a:rPr>
              <a:t>(archivo_nuevo, 'arch_nuevo');</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000000"/>
              </a:buClr>
              <a:buSzPts val="2800"/>
              <a:buFont typeface="Times New Roman"/>
              <a:buNone/>
            </a:pPr>
            <a:r>
              <a:rPr lang="es-AR" sz="2800" b="1" i="0" u="none" strike="noStrike" cap="none">
                <a:solidFill>
                  <a:srgbClr val="000000"/>
                </a:solidFill>
                <a:latin typeface="Courier New"/>
                <a:ea typeface="Courier New"/>
                <a:cs typeface="Courier New"/>
                <a:sym typeface="Courier New"/>
              </a:rPr>
              <a:t>  	reset </a:t>
            </a:r>
            <a:r>
              <a:rPr lang="es-AR" sz="2800" b="0" i="0" u="none" strike="noStrike" cap="none">
                <a:solidFill>
                  <a:srgbClr val="000000"/>
                </a:solidFill>
                <a:latin typeface="Courier New"/>
                <a:ea typeface="Courier New"/>
                <a:cs typeface="Courier New"/>
                <a:sym typeface="Courier New"/>
              </a:rPr>
              <a:t>(archivo);</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1C1C1C"/>
              </a:buClr>
              <a:buSzPts val="2800"/>
              <a:buFont typeface="Times New Roman"/>
              <a:buNone/>
            </a:pPr>
            <a:r>
              <a:rPr lang="es-AR" sz="2800" b="1" i="0" u="none" strike="noStrike" cap="none">
                <a:solidFill>
                  <a:srgbClr val="1C1C1C"/>
                </a:solidFill>
                <a:latin typeface="Courier New"/>
                <a:ea typeface="Courier New"/>
                <a:cs typeface="Courier New"/>
                <a:sym typeface="Courier New"/>
              </a:rPr>
              <a:t>  	rewrite </a:t>
            </a:r>
            <a:r>
              <a:rPr lang="es-AR" sz="2800" b="0" i="0" u="none" strike="noStrike" cap="none">
                <a:solidFill>
                  <a:srgbClr val="1C1C1C"/>
                </a:solidFill>
                <a:latin typeface="Courier New"/>
                <a:ea typeface="Courier New"/>
                <a:cs typeface="Courier New"/>
                <a:sym typeface="Courier New"/>
              </a:rPr>
              <a:t>(archivo_nuevo);</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1C1C1C"/>
              </a:buClr>
              <a:buSzPts val="2800"/>
              <a:buFont typeface="Times New Roman"/>
              <a:buNone/>
            </a:pPr>
            <a:r>
              <a:rPr lang="es-AR" sz="2800" b="0" i="0" u="none" strike="noStrike" cap="none">
                <a:solidFill>
                  <a:srgbClr val="1C1C1C"/>
                </a:solidFill>
                <a:latin typeface="Courier New"/>
                <a:ea typeface="Courier New"/>
                <a:cs typeface="Courier New"/>
                <a:sym typeface="Courier New"/>
              </a:rPr>
              <a:t>  	leer (archivo, reg);</a:t>
            </a:r>
            <a:endParaRPr sz="2800" b="0" i="0" u="none" strike="noStrike" cap="none">
              <a:solidFill>
                <a:srgbClr val="1C1C1C"/>
              </a:solidFill>
              <a:latin typeface="Courier New"/>
              <a:ea typeface="Courier New"/>
              <a:cs typeface="Courier New"/>
              <a:sym typeface="Courier New"/>
            </a:endParaRPr>
          </a:p>
          <a:p>
            <a:pPr marL="0" marR="0" lvl="0" indent="0" algn="l" rtl="0">
              <a:lnSpc>
                <a:spcPct val="93000"/>
              </a:lnSpc>
              <a:spcBef>
                <a:spcPts val="0"/>
              </a:spcBef>
              <a:spcAft>
                <a:spcPts val="0"/>
              </a:spcAft>
              <a:buClr>
                <a:srgbClr val="1C1C1C"/>
              </a:buClr>
              <a:buSzPts val="2800"/>
              <a:buFont typeface="Times New Roman"/>
              <a:buNone/>
            </a:pPr>
            <a:r>
              <a:rPr lang="es-AR" sz="2800" b="1" i="1" u="none" strike="noStrike" cap="none">
                <a:solidFill>
                  <a:srgbClr val="1C1C1C"/>
                </a:solidFill>
                <a:latin typeface="Courier New"/>
                <a:ea typeface="Courier New"/>
                <a:cs typeface="Courier New"/>
                <a:sym typeface="Courier New"/>
              </a:rPr>
              <a:t>	</a:t>
            </a:r>
            <a:r>
              <a:rPr lang="es-AR" sz="2600" b="1" i="1" u="none" strike="noStrike" cap="none">
                <a:solidFill>
                  <a:srgbClr val="0066FF"/>
                </a:solidFill>
                <a:latin typeface="Courier New"/>
                <a:ea typeface="Courier New"/>
                <a:cs typeface="Courier New"/>
                <a:sym typeface="Courier New"/>
              </a:rPr>
              <a:t>{se copian los registros previos a Carlos Garcia}</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1C1C1C"/>
              </a:buClr>
              <a:buSzPts val="2800"/>
              <a:buFont typeface="Times New Roman"/>
              <a:buNone/>
            </a:pPr>
            <a:r>
              <a:rPr lang="es-AR" sz="2800" b="1" i="0" u="none" strike="noStrike" cap="none">
                <a:solidFill>
                  <a:srgbClr val="1C1C1C"/>
                </a:solidFill>
                <a:latin typeface="Courier New"/>
                <a:ea typeface="Courier New"/>
                <a:cs typeface="Courier New"/>
                <a:sym typeface="Courier New"/>
              </a:rPr>
              <a:t>  	while </a:t>
            </a:r>
            <a:r>
              <a:rPr lang="es-AR" sz="2800" b="0" i="0" u="none" strike="noStrike" cap="none">
                <a:solidFill>
                  <a:srgbClr val="1C1C1C"/>
                </a:solidFill>
                <a:latin typeface="Courier New"/>
                <a:ea typeface="Courier New"/>
                <a:cs typeface="Courier New"/>
                <a:sym typeface="Courier New"/>
              </a:rPr>
              <a:t>(reg.nombre &lt;&gt; </a:t>
            </a:r>
            <a:r>
              <a:rPr lang="es-AR" sz="2800">
                <a:solidFill>
                  <a:srgbClr val="1C1C1C"/>
                </a:solidFill>
                <a:latin typeface="Courier New"/>
                <a:ea typeface="Courier New"/>
                <a:cs typeface="Courier New"/>
                <a:sym typeface="Courier New"/>
              </a:rPr>
              <a:t>‘</a:t>
            </a:r>
            <a:r>
              <a:rPr lang="es-AR" sz="2800" b="0" i="0" u="none" strike="noStrike" cap="none">
                <a:solidFill>
                  <a:srgbClr val="1C1C1C"/>
                </a:solidFill>
                <a:latin typeface="Courier New"/>
                <a:ea typeface="Courier New"/>
                <a:cs typeface="Courier New"/>
                <a:sym typeface="Courier New"/>
              </a:rPr>
              <a:t>Carlos Garcia</a:t>
            </a:r>
            <a:r>
              <a:rPr lang="es-AR" sz="2800">
                <a:solidFill>
                  <a:srgbClr val="1C1C1C"/>
                </a:solidFill>
                <a:latin typeface="Courier New"/>
                <a:ea typeface="Courier New"/>
                <a:cs typeface="Courier New"/>
                <a:sym typeface="Courier New"/>
              </a:rPr>
              <a:t>’)</a:t>
            </a:r>
            <a:r>
              <a:rPr lang="es-AR" sz="2800" b="0" i="0" u="none" strike="noStrike" cap="none">
                <a:solidFill>
                  <a:srgbClr val="1C1C1C"/>
                </a:solidFill>
                <a:latin typeface="Courier New"/>
                <a:ea typeface="Courier New"/>
                <a:cs typeface="Courier New"/>
                <a:sym typeface="Courier New"/>
              </a:rPr>
              <a:t> </a:t>
            </a:r>
            <a:r>
              <a:rPr lang="es-AR" sz="2800" b="1" i="0" u="none" strike="noStrike" cap="none">
                <a:solidFill>
                  <a:srgbClr val="1C1C1C"/>
                </a:solidFill>
                <a:latin typeface="Courier New"/>
                <a:ea typeface="Courier New"/>
                <a:cs typeface="Courier New"/>
                <a:sym typeface="Courier New"/>
              </a:rPr>
              <a:t>do begin </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1C1C1C"/>
              </a:buClr>
              <a:buSzPts val="2800"/>
              <a:buFont typeface="Times New Roman"/>
              <a:buNone/>
            </a:pPr>
            <a:r>
              <a:rPr lang="es-AR" sz="2800" b="1" i="0" u="none" strike="noStrike" cap="none">
                <a:solidFill>
                  <a:srgbClr val="1C1C1C"/>
                </a:solidFill>
                <a:latin typeface="Courier New"/>
                <a:ea typeface="Courier New"/>
                <a:cs typeface="Courier New"/>
                <a:sym typeface="Courier New"/>
              </a:rPr>
              <a:t>		write </a:t>
            </a:r>
            <a:r>
              <a:rPr lang="es-AR" sz="2800" b="0" i="0" u="none" strike="noStrike" cap="none">
                <a:solidFill>
                  <a:srgbClr val="1C1C1C"/>
                </a:solidFill>
                <a:latin typeface="Courier New"/>
                <a:ea typeface="Courier New"/>
                <a:cs typeface="Courier New"/>
                <a:sym typeface="Courier New"/>
              </a:rPr>
              <a:t>(archivo_nuevo, reg);</a:t>
            </a:r>
            <a:endParaRPr sz="2800" b="0" i="0" u="none" strike="noStrike" cap="none">
              <a:solidFill>
                <a:srgbClr val="1C1C1C"/>
              </a:solidFill>
              <a:latin typeface="Courier New"/>
              <a:ea typeface="Courier New"/>
              <a:cs typeface="Courier New"/>
              <a:sym typeface="Courier New"/>
            </a:endParaRPr>
          </a:p>
          <a:p>
            <a:pPr marL="0" marR="0" lvl="0" indent="0" algn="l" rtl="0">
              <a:lnSpc>
                <a:spcPct val="93000"/>
              </a:lnSpc>
              <a:spcBef>
                <a:spcPts val="0"/>
              </a:spcBef>
              <a:spcAft>
                <a:spcPts val="0"/>
              </a:spcAft>
              <a:buClr>
                <a:srgbClr val="1C1C1C"/>
              </a:buClr>
              <a:buSzPts val="2800"/>
              <a:buFont typeface="Times New Roman"/>
              <a:buNone/>
            </a:pPr>
            <a:r>
              <a:rPr lang="es-AR" sz="2800" b="1" i="0" u="none" strike="noStrike" cap="none">
                <a:solidFill>
                  <a:srgbClr val="1C1C1C"/>
                </a:solidFill>
                <a:latin typeface="Courier New"/>
                <a:ea typeface="Courier New"/>
                <a:cs typeface="Courier New"/>
                <a:sym typeface="Courier New"/>
              </a:rPr>
              <a:t>		</a:t>
            </a:r>
            <a:r>
              <a:rPr lang="es-AR" sz="2800" b="0" i="0" u="none" strike="noStrike" cap="none">
                <a:solidFill>
                  <a:srgbClr val="1C1C1C"/>
                </a:solidFill>
                <a:latin typeface="Courier New"/>
                <a:ea typeface="Courier New"/>
                <a:cs typeface="Courier New"/>
                <a:sym typeface="Courier New"/>
              </a:rPr>
              <a:t>leer (archivo, reg);</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1C1C1C"/>
              </a:buClr>
              <a:buSzPts val="2800"/>
              <a:buFont typeface="Times New Roman"/>
              <a:buNone/>
            </a:pPr>
            <a:r>
              <a:rPr lang="es-AR" sz="2800" b="1" i="0" u="none" strike="noStrike" cap="none">
                <a:solidFill>
                  <a:srgbClr val="1C1C1C"/>
                </a:solidFill>
                <a:latin typeface="Courier New"/>
                <a:ea typeface="Courier New"/>
                <a:cs typeface="Courier New"/>
                <a:sym typeface="Courier New"/>
              </a:rPr>
              <a:t>	end;</a:t>
            </a:r>
            <a:endParaRPr sz="2800" b="0" i="0" u="none" strike="noStrike" cap="none">
              <a:solidFill>
                <a:srgbClr val="262626"/>
              </a:solidFill>
              <a:latin typeface="Courier New"/>
              <a:ea typeface="Courier New"/>
              <a:cs typeface="Courier New"/>
              <a:sym typeface="Courier New"/>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0">
                                            <p:txEl>
                                              <p:pRg st="0" end="0"/>
                                            </p:txEl>
                                          </p:spTgt>
                                        </p:tgtEl>
                                        <p:attrNameLst>
                                          <p:attrName>style.visibility</p:attrName>
                                        </p:attrNameLst>
                                      </p:cBhvr>
                                      <p:to>
                                        <p:strVal val="visible"/>
                                      </p:to>
                                    </p:set>
                                    <p:animEffect transition="in" filter="fade">
                                      <p:cBhvr>
                                        <p:cTn id="7" dur="500"/>
                                        <p:tgtEl>
                                          <p:spTgt spid="290">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90">
                                            <p:txEl>
                                              <p:pRg st="1" end="1"/>
                                            </p:txEl>
                                          </p:spTgt>
                                        </p:tgtEl>
                                        <p:attrNameLst>
                                          <p:attrName>style.visibility</p:attrName>
                                        </p:attrNameLst>
                                      </p:cBhvr>
                                      <p:to>
                                        <p:strVal val="visible"/>
                                      </p:to>
                                    </p:set>
                                    <p:animEffect transition="in" filter="fade">
                                      <p:cBhvr>
                                        <p:cTn id="10" dur="500"/>
                                        <p:tgtEl>
                                          <p:spTgt spid="290">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90">
                                            <p:txEl>
                                              <p:pRg st="2" end="2"/>
                                            </p:txEl>
                                          </p:spTgt>
                                        </p:tgtEl>
                                        <p:attrNameLst>
                                          <p:attrName>style.visibility</p:attrName>
                                        </p:attrNameLst>
                                      </p:cBhvr>
                                      <p:to>
                                        <p:strVal val="visible"/>
                                      </p:to>
                                    </p:set>
                                    <p:animEffect transition="in" filter="fade">
                                      <p:cBhvr>
                                        <p:cTn id="13" dur="500"/>
                                        <p:tgtEl>
                                          <p:spTgt spid="290">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90">
                                            <p:txEl>
                                              <p:pRg st="3" end="3"/>
                                            </p:txEl>
                                          </p:spTgt>
                                        </p:tgtEl>
                                        <p:attrNameLst>
                                          <p:attrName>style.visibility</p:attrName>
                                        </p:attrNameLst>
                                      </p:cBhvr>
                                      <p:to>
                                        <p:strVal val="visible"/>
                                      </p:to>
                                    </p:set>
                                    <p:animEffect transition="in" filter="fade">
                                      <p:cBhvr>
                                        <p:cTn id="16" dur="500"/>
                                        <p:tgtEl>
                                          <p:spTgt spid="290">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90">
                                            <p:txEl>
                                              <p:pRg st="4" end="4"/>
                                            </p:txEl>
                                          </p:spTgt>
                                        </p:tgtEl>
                                        <p:attrNameLst>
                                          <p:attrName>style.visibility</p:attrName>
                                        </p:attrNameLst>
                                      </p:cBhvr>
                                      <p:to>
                                        <p:strVal val="visible"/>
                                      </p:to>
                                    </p:set>
                                    <p:animEffect transition="in" filter="fade">
                                      <p:cBhvr>
                                        <p:cTn id="19" dur="500"/>
                                        <p:tgtEl>
                                          <p:spTgt spid="290">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90">
                                            <p:txEl>
                                              <p:pRg st="5" end="5"/>
                                            </p:txEl>
                                          </p:spTgt>
                                        </p:tgtEl>
                                        <p:attrNameLst>
                                          <p:attrName>style.visibility</p:attrName>
                                        </p:attrNameLst>
                                      </p:cBhvr>
                                      <p:to>
                                        <p:strVal val="visible"/>
                                      </p:to>
                                    </p:set>
                                    <p:animEffect transition="in" filter="fade">
                                      <p:cBhvr>
                                        <p:cTn id="22" dur="500"/>
                                        <p:tgtEl>
                                          <p:spTgt spid="290">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90">
                                            <p:txEl>
                                              <p:pRg st="6" end="6"/>
                                            </p:txEl>
                                          </p:spTgt>
                                        </p:tgtEl>
                                        <p:attrNameLst>
                                          <p:attrName>style.visibility</p:attrName>
                                        </p:attrNameLst>
                                      </p:cBhvr>
                                      <p:to>
                                        <p:strVal val="visible"/>
                                      </p:to>
                                    </p:set>
                                    <p:animEffect transition="in" filter="fade">
                                      <p:cBhvr>
                                        <p:cTn id="25" dur="500"/>
                                        <p:tgtEl>
                                          <p:spTgt spid="290">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90">
                                            <p:txEl>
                                              <p:pRg st="7" end="7"/>
                                            </p:txEl>
                                          </p:spTgt>
                                        </p:tgtEl>
                                        <p:attrNameLst>
                                          <p:attrName>style.visibility</p:attrName>
                                        </p:attrNameLst>
                                      </p:cBhvr>
                                      <p:to>
                                        <p:strVal val="visible"/>
                                      </p:to>
                                    </p:set>
                                    <p:animEffect transition="in" filter="fade">
                                      <p:cBhvr>
                                        <p:cTn id="28" dur="500"/>
                                        <p:tgtEl>
                                          <p:spTgt spid="290">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90">
                                            <p:txEl>
                                              <p:pRg st="8" end="8"/>
                                            </p:txEl>
                                          </p:spTgt>
                                        </p:tgtEl>
                                        <p:attrNameLst>
                                          <p:attrName>style.visibility</p:attrName>
                                        </p:attrNameLst>
                                      </p:cBhvr>
                                      <p:to>
                                        <p:strVal val="visible"/>
                                      </p:to>
                                    </p:set>
                                    <p:animEffect transition="in" filter="fade">
                                      <p:cBhvr>
                                        <p:cTn id="31" dur="500"/>
                                        <p:tgtEl>
                                          <p:spTgt spid="290">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90">
                                            <p:txEl>
                                              <p:pRg st="9" end="9"/>
                                            </p:txEl>
                                          </p:spTgt>
                                        </p:tgtEl>
                                        <p:attrNameLst>
                                          <p:attrName>style.visibility</p:attrName>
                                        </p:attrNameLst>
                                      </p:cBhvr>
                                      <p:to>
                                        <p:strVal val="visible"/>
                                      </p:to>
                                    </p:set>
                                    <p:animEffect transition="in" filter="fade">
                                      <p:cBhvr>
                                        <p:cTn id="34" dur="500"/>
                                        <p:tgtEl>
                                          <p:spTgt spid="290">
                                            <p:txEl>
                                              <p:pRg st="9" end="9"/>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90">
                                            <p:txEl>
                                              <p:pRg st="10" end="10"/>
                                            </p:txEl>
                                          </p:spTgt>
                                        </p:tgtEl>
                                        <p:attrNameLst>
                                          <p:attrName>style.visibility</p:attrName>
                                        </p:attrNameLst>
                                      </p:cBhvr>
                                      <p:to>
                                        <p:strVal val="visible"/>
                                      </p:to>
                                    </p:set>
                                    <p:animEffect transition="in" filter="fade">
                                      <p:cBhvr>
                                        <p:cTn id="37" dur="500"/>
                                        <p:tgtEl>
                                          <p:spTgt spid="29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CEE9F8"/>
            </a:gs>
          </a:gsLst>
          <a:path path="circle">
            <a:fillToRect l="50000" t="50000" r="50000" b="50000"/>
          </a:path>
          <a:tileRect/>
        </a:gradFill>
        <a:effectLst/>
      </p:bgPr>
    </p:bg>
    <p:spTree>
      <p:nvGrpSpPr>
        <p:cNvPr id="1" name="Shape 296"/>
        <p:cNvGrpSpPr/>
        <p:nvPr/>
      </p:nvGrpSpPr>
      <p:grpSpPr>
        <a:xfrm>
          <a:off x="0" y="0"/>
          <a:ext cx="0" cy="0"/>
          <a:chOff x="0" y="0"/>
          <a:chExt cx="0" cy="0"/>
        </a:xfrm>
      </p:grpSpPr>
      <p:sp>
        <p:nvSpPr>
          <p:cNvPr id="297" name="Google Shape;297;p7"/>
          <p:cNvSpPr txBox="1"/>
          <p:nvPr/>
        </p:nvSpPr>
        <p:spPr>
          <a:xfrm>
            <a:off x="503238" y="792163"/>
            <a:ext cx="779462" cy="365125"/>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entury Gothic"/>
                <a:ea typeface="Century Gothic"/>
                <a:cs typeface="Century Gothic"/>
                <a:sym typeface="Century Gothic"/>
              </a:rPr>
              <a:t>7</a:t>
            </a:fld>
            <a:endParaRPr sz="1800" b="0" i="0" u="none" strike="noStrike" cap="none">
              <a:solidFill>
                <a:srgbClr val="000000"/>
              </a:solidFill>
              <a:latin typeface="Century Gothic"/>
              <a:ea typeface="Century Gothic"/>
              <a:cs typeface="Century Gothic"/>
              <a:sym typeface="Century Gothic"/>
            </a:endParaRPr>
          </a:p>
        </p:txBody>
      </p:sp>
      <p:sp>
        <p:nvSpPr>
          <p:cNvPr id="298" name="Google Shape;298;p7"/>
          <p:cNvSpPr txBox="1"/>
          <p:nvPr/>
        </p:nvSpPr>
        <p:spPr>
          <a:xfrm>
            <a:off x="2697163" y="1635125"/>
            <a:ext cx="7772400" cy="449580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99" name="Google Shape;299;p7"/>
          <p:cNvSpPr txBox="1"/>
          <p:nvPr/>
        </p:nvSpPr>
        <p:spPr>
          <a:xfrm>
            <a:off x="1740326" y="596082"/>
            <a:ext cx="9686100" cy="5884800"/>
          </a:xfrm>
          <a:prstGeom prst="rect">
            <a:avLst/>
          </a:prstGeom>
          <a:noFill/>
          <a:ln>
            <a:noFill/>
          </a:ln>
        </p:spPr>
        <p:txBody>
          <a:bodyPr spcFirstLastPara="1" wrap="square" lIns="90000" tIns="45000" rIns="90000" bIns="45000" anchor="t" anchorCtr="0">
            <a:noAutofit/>
          </a:bodyPr>
          <a:lstStyle/>
          <a:p>
            <a:pPr marL="0" marR="0" lvl="0" indent="0" algn="l" rtl="0">
              <a:lnSpc>
                <a:spcPct val="93000"/>
              </a:lnSpc>
              <a:spcBef>
                <a:spcPts val="0"/>
              </a:spcBef>
              <a:spcAft>
                <a:spcPts val="0"/>
              </a:spcAft>
              <a:buClr>
                <a:srgbClr val="262626"/>
              </a:buClr>
              <a:buSzPts val="2600"/>
              <a:buFont typeface="Times New Roman"/>
              <a:buNone/>
            </a:pPr>
            <a:r>
              <a:rPr lang="es-AR" sz="2600" b="1" i="1" u="none" strike="noStrike" cap="none">
                <a:solidFill>
                  <a:srgbClr val="262626"/>
                </a:solidFill>
                <a:latin typeface="Courier New"/>
                <a:ea typeface="Courier New"/>
                <a:cs typeface="Courier New"/>
                <a:sym typeface="Courier New"/>
              </a:rPr>
              <a:t>	</a:t>
            </a:r>
            <a:r>
              <a:rPr lang="es-AR" sz="2500" b="1" i="1" u="none" strike="noStrike" cap="none">
                <a:solidFill>
                  <a:srgbClr val="0066FF"/>
                </a:solidFill>
                <a:latin typeface="Courier New"/>
                <a:ea typeface="Courier New"/>
                <a:cs typeface="Courier New"/>
                <a:sym typeface="Courier New"/>
              </a:rPr>
              <a:t>{se descarta a Carlos Garcia}</a:t>
            </a:r>
            <a:endParaRPr sz="11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262626"/>
              </a:buClr>
              <a:buSzPts val="2800"/>
              <a:buFont typeface="Times New Roman"/>
              <a:buNone/>
            </a:pPr>
            <a:r>
              <a:rPr lang="es-AR" sz="2500" b="0" i="0" u="none" strike="noStrike" cap="none">
                <a:solidFill>
                  <a:srgbClr val="262626"/>
                </a:solidFill>
                <a:latin typeface="Courier New"/>
                <a:ea typeface="Courier New"/>
                <a:cs typeface="Courier New"/>
                <a:sym typeface="Courier New"/>
              </a:rPr>
              <a:t>	leer(archivo, reg);</a:t>
            </a:r>
            <a:endParaRPr sz="2500" b="0" i="0" u="none" strike="noStrike" cap="none">
              <a:solidFill>
                <a:srgbClr val="262626"/>
              </a:solidFill>
              <a:latin typeface="Courier New"/>
              <a:ea typeface="Courier New"/>
              <a:cs typeface="Courier New"/>
              <a:sym typeface="Courier New"/>
            </a:endParaRPr>
          </a:p>
          <a:p>
            <a:pPr marL="0" marR="0" lvl="0" indent="457200" algn="l" rtl="0">
              <a:lnSpc>
                <a:spcPct val="93000"/>
              </a:lnSpc>
              <a:spcBef>
                <a:spcPts val="0"/>
              </a:spcBef>
              <a:spcAft>
                <a:spcPts val="0"/>
              </a:spcAft>
              <a:buClr>
                <a:srgbClr val="0066FF"/>
              </a:buClr>
              <a:buSzPts val="2800"/>
              <a:buFont typeface="Times New Roman"/>
              <a:buNone/>
            </a:pPr>
            <a:r>
              <a:rPr lang="es-AR" sz="2500" b="1" i="1" u="none" strike="noStrike" cap="none">
                <a:solidFill>
                  <a:srgbClr val="0066FF"/>
                </a:solidFill>
                <a:latin typeface="Courier New"/>
                <a:ea typeface="Courier New"/>
                <a:cs typeface="Courier New"/>
                <a:sym typeface="Courier New"/>
              </a:rPr>
              <a:t>{se copian los registros restantes}</a:t>
            </a:r>
            <a:endParaRPr sz="11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262626"/>
              </a:buClr>
              <a:buSzPts val="2800"/>
              <a:buFont typeface="Times New Roman"/>
              <a:buNone/>
            </a:pPr>
            <a:r>
              <a:rPr lang="es-AR" sz="2500" b="0" i="0" u="none" strike="noStrike" cap="none">
                <a:solidFill>
                  <a:srgbClr val="262626"/>
                </a:solidFill>
                <a:latin typeface="Courier New"/>
                <a:ea typeface="Courier New"/>
                <a:cs typeface="Courier New"/>
                <a:sym typeface="Courier New"/>
              </a:rPr>
              <a:t>	</a:t>
            </a:r>
            <a:r>
              <a:rPr lang="es-AR" sz="2500" b="1" i="0" u="none" strike="noStrike" cap="none">
                <a:solidFill>
                  <a:srgbClr val="262626"/>
                </a:solidFill>
                <a:latin typeface="Courier New"/>
                <a:ea typeface="Courier New"/>
                <a:cs typeface="Courier New"/>
                <a:sym typeface="Courier New"/>
              </a:rPr>
              <a:t>while</a:t>
            </a:r>
            <a:r>
              <a:rPr lang="es-AR" sz="2500" b="0" i="0" u="none" strike="noStrike" cap="none">
                <a:solidFill>
                  <a:srgbClr val="262626"/>
                </a:solidFill>
                <a:latin typeface="Courier New"/>
                <a:ea typeface="Courier New"/>
                <a:cs typeface="Courier New"/>
                <a:sym typeface="Courier New"/>
              </a:rPr>
              <a:t> (reg.nombre &lt;&gt; valoralto) </a:t>
            </a:r>
            <a:r>
              <a:rPr lang="es-AR" sz="2500" b="1" i="0" u="none" strike="noStrike" cap="none">
                <a:solidFill>
                  <a:srgbClr val="262626"/>
                </a:solidFill>
                <a:latin typeface="Courier New"/>
                <a:ea typeface="Courier New"/>
                <a:cs typeface="Courier New"/>
                <a:sym typeface="Courier New"/>
              </a:rPr>
              <a:t>do begin</a:t>
            </a:r>
            <a:r>
              <a:rPr lang="es-AR" sz="2500" b="0" i="0" u="none" strike="noStrike" cap="none">
                <a:solidFill>
                  <a:srgbClr val="262626"/>
                </a:solidFill>
                <a:latin typeface="Courier New"/>
                <a:ea typeface="Courier New"/>
                <a:cs typeface="Courier New"/>
                <a:sym typeface="Courier New"/>
              </a:rPr>
              <a:t>	    </a:t>
            </a:r>
            <a:endParaRPr sz="11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262626"/>
              </a:buClr>
              <a:buSzPts val="2800"/>
              <a:buFont typeface="Times New Roman"/>
              <a:buNone/>
            </a:pPr>
            <a:r>
              <a:rPr lang="es-AR" sz="2500" b="0" i="0" u="none" strike="noStrike" cap="none">
                <a:solidFill>
                  <a:srgbClr val="262626"/>
                </a:solidFill>
                <a:latin typeface="Courier New"/>
                <a:ea typeface="Courier New"/>
                <a:cs typeface="Courier New"/>
                <a:sym typeface="Courier New"/>
              </a:rPr>
              <a:t>		</a:t>
            </a:r>
            <a:r>
              <a:rPr lang="es-AR" sz="2500" b="1" i="0" u="none" strike="noStrike" cap="none">
                <a:solidFill>
                  <a:srgbClr val="262626"/>
                </a:solidFill>
                <a:latin typeface="Courier New"/>
                <a:ea typeface="Courier New"/>
                <a:cs typeface="Courier New"/>
                <a:sym typeface="Courier New"/>
              </a:rPr>
              <a:t>write</a:t>
            </a:r>
            <a:r>
              <a:rPr lang="es-AR" sz="2500" b="0" i="0" u="none" strike="noStrike" cap="none">
                <a:solidFill>
                  <a:srgbClr val="262626"/>
                </a:solidFill>
                <a:latin typeface="Courier New"/>
                <a:ea typeface="Courier New"/>
                <a:cs typeface="Courier New"/>
                <a:sym typeface="Courier New"/>
              </a:rPr>
              <a:t>(archivo_nuevo, reg);</a:t>
            </a:r>
            <a:endParaRPr sz="2500" b="0" i="0" u="none" strike="noStrike" cap="none">
              <a:solidFill>
                <a:srgbClr val="262626"/>
              </a:solidFill>
              <a:latin typeface="Courier New"/>
              <a:ea typeface="Courier New"/>
              <a:cs typeface="Courier New"/>
              <a:sym typeface="Courier New"/>
            </a:endParaRPr>
          </a:p>
          <a:p>
            <a:pPr marL="0" marR="0" lvl="0" indent="0" algn="l" rtl="0">
              <a:lnSpc>
                <a:spcPct val="93000"/>
              </a:lnSpc>
              <a:spcBef>
                <a:spcPts val="0"/>
              </a:spcBef>
              <a:spcAft>
                <a:spcPts val="0"/>
              </a:spcAft>
              <a:buClr>
                <a:srgbClr val="262626"/>
              </a:buClr>
              <a:buSzPts val="2800"/>
              <a:buFont typeface="Times New Roman"/>
              <a:buNone/>
            </a:pPr>
            <a:r>
              <a:rPr lang="es-AR" sz="2500" b="0" i="0" u="none" strike="noStrike" cap="none">
                <a:solidFill>
                  <a:srgbClr val="262626"/>
                </a:solidFill>
                <a:latin typeface="Courier New"/>
                <a:ea typeface="Courier New"/>
                <a:cs typeface="Courier New"/>
                <a:sym typeface="Courier New"/>
              </a:rPr>
              <a:t>		leer(archivo, reg);</a:t>
            </a:r>
            <a:endParaRPr sz="2500" b="0" i="0" u="none" strike="noStrike" cap="none">
              <a:solidFill>
                <a:srgbClr val="262626"/>
              </a:solidFill>
              <a:latin typeface="Courier New"/>
              <a:ea typeface="Courier New"/>
              <a:cs typeface="Courier New"/>
              <a:sym typeface="Courier New"/>
            </a:endParaRPr>
          </a:p>
          <a:p>
            <a:pPr marL="0" marR="0" lvl="0" indent="0" algn="l" rtl="0">
              <a:lnSpc>
                <a:spcPct val="93000"/>
              </a:lnSpc>
              <a:spcBef>
                <a:spcPts val="0"/>
              </a:spcBef>
              <a:spcAft>
                <a:spcPts val="0"/>
              </a:spcAft>
              <a:buClr>
                <a:srgbClr val="262626"/>
              </a:buClr>
              <a:buSzPts val="2800"/>
              <a:buFont typeface="Times New Roman"/>
              <a:buNone/>
            </a:pPr>
            <a:r>
              <a:rPr lang="es-AR" sz="2500" b="0" i="0" u="none" strike="noStrike" cap="none">
                <a:solidFill>
                  <a:srgbClr val="262626"/>
                </a:solidFill>
                <a:latin typeface="Courier New"/>
                <a:ea typeface="Courier New"/>
                <a:cs typeface="Courier New"/>
                <a:sym typeface="Courier New"/>
              </a:rPr>
              <a:t>	</a:t>
            </a:r>
            <a:r>
              <a:rPr lang="es-AR" sz="2500" b="1" i="0" u="none" strike="noStrike" cap="none">
                <a:solidFill>
                  <a:schemeClr val="dk1"/>
                </a:solidFill>
                <a:latin typeface="Courier New"/>
                <a:ea typeface="Courier New"/>
                <a:cs typeface="Courier New"/>
                <a:sym typeface="Courier New"/>
              </a:rPr>
              <a:t>end;</a:t>
            </a:r>
            <a:endParaRPr sz="2500" b="1" i="0" u="none" strike="noStrike" cap="none">
              <a:solidFill>
                <a:schemeClr val="dk1"/>
              </a:solidFill>
              <a:latin typeface="Courier New"/>
              <a:ea typeface="Courier New"/>
              <a:cs typeface="Courier New"/>
              <a:sym typeface="Courier New"/>
            </a:endParaRPr>
          </a:p>
          <a:p>
            <a:pPr marL="0" marR="0" lvl="0" indent="457200" algn="l" rtl="0">
              <a:lnSpc>
                <a:spcPct val="93000"/>
              </a:lnSpc>
              <a:spcBef>
                <a:spcPts val="0"/>
              </a:spcBef>
              <a:spcAft>
                <a:spcPts val="0"/>
              </a:spcAft>
              <a:buClr>
                <a:srgbClr val="262626"/>
              </a:buClr>
              <a:buSzPts val="2800"/>
              <a:buFont typeface="Times New Roman"/>
              <a:buNone/>
            </a:pPr>
            <a:r>
              <a:rPr lang="es-AR" sz="2500" b="1" i="0" u="none" strike="noStrike" cap="none">
                <a:solidFill>
                  <a:schemeClr val="dk1"/>
                </a:solidFill>
                <a:latin typeface="Courier New"/>
                <a:ea typeface="Courier New"/>
                <a:cs typeface="Courier New"/>
                <a:sym typeface="Courier New"/>
              </a:rPr>
              <a:t>close</a:t>
            </a:r>
            <a:r>
              <a:rPr lang="es-AR" sz="2500" b="0" i="0" u="none" strike="noStrike" cap="none">
                <a:solidFill>
                  <a:srgbClr val="262626"/>
                </a:solidFill>
                <a:latin typeface="Courier New"/>
                <a:ea typeface="Courier New"/>
                <a:cs typeface="Courier New"/>
                <a:sym typeface="Courier New"/>
              </a:rPr>
              <a:t>(archivo_nuevo);</a:t>
            </a:r>
            <a:endParaRPr sz="11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000000"/>
              </a:buClr>
              <a:buSzPts val="2800"/>
              <a:buFont typeface="Times New Roman"/>
              <a:buNone/>
            </a:pPr>
            <a:r>
              <a:rPr lang="es-AR" sz="2500" b="0" i="0" u="none" strike="noStrike" cap="none">
                <a:solidFill>
                  <a:srgbClr val="000000"/>
                </a:solidFill>
                <a:latin typeface="Courier New"/>
                <a:ea typeface="Courier New"/>
                <a:cs typeface="Courier New"/>
                <a:sym typeface="Courier New"/>
              </a:rPr>
              <a:t>	</a:t>
            </a:r>
            <a:r>
              <a:rPr lang="es-AR" sz="2500" b="1" i="0" u="none" strike="noStrike" cap="none">
                <a:solidFill>
                  <a:srgbClr val="000000"/>
                </a:solidFill>
                <a:latin typeface="Courier New"/>
                <a:ea typeface="Courier New"/>
                <a:cs typeface="Courier New"/>
                <a:sym typeface="Courier New"/>
              </a:rPr>
              <a:t>close</a:t>
            </a:r>
            <a:r>
              <a:rPr lang="es-AR" sz="2500" b="0" i="0" u="none" strike="noStrike" cap="none">
                <a:solidFill>
                  <a:srgbClr val="000000"/>
                </a:solidFill>
                <a:latin typeface="Courier New"/>
                <a:ea typeface="Courier New"/>
                <a:cs typeface="Courier New"/>
                <a:sym typeface="Courier New"/>
              </a:rPr>
              <a:t>(archivo);</a:t>
            </a:r>
            <a:endParaRPr sz="2500" b="0" i="0" u="none" strike="noStrike" cap="none">
              <a:solidFill>
                <a:srgbClr val="000000"/>
              </a:solidFill>
              <a:latin typeface="Courier New"/>
              <a:ea typeface="Courier New"/>
              <a:cs typeface="Courier New"/>
              <a:sym typeface="Courier New"/>
            </a:endParaRPr>
          </a:p>
          <a:p>
            <a:pPr marL="457200" marR="0" lvl="0" indent="0" algn="l" rtl="0">
              <a:lnSpc>
                <a:spcPct val="93000"/>
              </a:lnSpc>
              <a:spcBef>
                <a:spcPts val="0"/>
              </a:spcBef>
              <a:spcAft>
                <a:spcPts val="0"/>
              </a:spcAft>
              <a:buClr>
                <a:srgbClr val="000000"/>
              </a:buClr>
              <a:buSzPts val="2800"/>
              <a:buFont typeface="Times New Roman"/>
              <a:buNone/>
            </a:pPr>
            <a:r>
              <a:rPr lang="es-AR" sz="2500" b="1">
                <a:solidFill>
                  <a:srgbClr val="0066FF"/>
                </a:solidFill>
                <a:latin typeface="Courier New"/>
                <a:ea typeface="Courier New"/>
                <a:cs typeface="Courier New"/>
                <a:sym typeface="Courier New"/>
              </a:rPr>
              <a:t>{renombrar el archivo original para dejarlo como respaldo}</a:t>
            </a:r>
            <a:endParaRPr sz="2500" b="1">
              <a:solidFill>
                <a:srgbClr val="0066FF"/>
              </a:solidFill>
              <a:latin typeface="Courier New"/>
              <a:ea typeface="Courier New"/>
              <a:cs typeface="Courier New"/>
              <a:sym typeface="Courier New"/>
            </a:endParaRPr>
          </a:p>
          <a:p>
            <a:pPr marL="0" marR="0" lvl="0" indent="0" algn="l" rtl="0">
              <a:lnSpc>
                <a:spcPct val="93000"/>
              </a:lnSpc>
              <a:spcBef>
                <a:spcPts val="0"/>
              </a:spcBef>
              <a:spcAft>
                <a:spcPts val="0"/>
              </a:spcAft>
              <a:buClr>
                <a:srgbClr val="000000"/>
              </a:buClr>
              <a:buSzPts val="2800"/>
              <a:buFont typeface="Times New Roman"/>
              <a:buNone/>
            </a:pPr>
            <a:r>
              <a:rPr lang="es-AR" sz="2500">
                <a:latin typeface="Courier New"/>
                <a:ea typeface="Courier New"/>
                <a:cs typeface="Courier New"/>
                <a:sym typeface="Courier New"/>
              </a:rPr>
              <a:t>  </a:t>
            </a:r>
            <a:r>
              <a:rPr lang="es-AR" sz="2500" b="1">
                <a:latin typeface="Courier New"/>
                <a:ea typeface="Courier New"/>
                <a:cs typeface="Courier New"/>
                <a:sym typeface="Courier New"/>
              </a:rPr>
              <a:t>rename</a:t>
            </a:r>
            <a:r>
              <a:rPr lang="es-AR" sz="2500">
                <a:latin typeface="Courier New"/>
                <a:ea typeface="Courier New"/>
                <a:cs typeface="Courier New"/>
                <a:sym typeface="Courier New"/>
              </a:rPr>
              <a:t>(archivo,’</a:t>
            </a:r>
            <a:r>
              <a:rPr lang="es-AR" sz="2800">
                <a:solidFill>
                  <a:schemeClr val="dk1"/>
                </a:solidFill>
                <a:latin typeface="Courier New"/>
                <a:ea typeface="Courier New"/>
                <a:cs typeface="Courier New"/>
                <a:sym typeface="Courier New"/>
              </a:rPr>
              <a:t>arch_empleados_old’</a:t>
            </a:r>
            <a:r>
              <a:rPr lang="es-AR" sz="2500">
                <a:latin typeface="Courier New"/>
                <a:ea typeface="Courier New"/>
                <a:cs typeface="Courier New"/>
                <a:sym typeface="Courier New"/>
              </a:rPr>
              <a:t>);</a:t>
            </a:r>
            <a:endParaRPr sz="2500">
              <a:latin typeface="Courier New"/>
              <a:ea typeface="Courier New"/>
              <a:cs typeface="Courier New"/>
              <a:sym typeface="Courier New"/>
            </a:endParaRPr>
          </a:p>
          <a:p>
            <a:pPr marL="457200" marR="0" lvl="0" indent="0" algn="l" rtl="0">
              <a:lnSpc>
                <a:spcPct val="93000"/>
              </a:lnSpc>
              <a:spcBef>
                <a:spcPts val="0"/>
              </a:spcBef>
              <a:spcAft>
                <a:spcPts val="0"/>
              </a:spcAft>
              <a:buClr>
                <a:srgbClr val="000000"/>
              </a:buClr>
              <a:buSzPts val="2800"/>
              <a:buFont typeface="Times New Roman"/>
              <a:buNone/>
            </a:pPr>
            <a:r>
              <a:rPr lang="es-AR" sz="2500" b="1">
                <a:solidFill>
                  <a:srgbClr val="0066FF"/>
                </a:solidFill>
                <a:latin typeface="Courier New"/>
                <a:ea typeface="Courier New"/>
                <a:cs typeface="Courier New"/>
                <a:sym typeface="Courier New"/>
              </a:rPr>
              <a:t>{renombrar el archivo temporal con el nombre del original}</a:t>
            </a:r>
            <a:endParaRPr sz="2500" b="1">
              <a:solidFill>
                <a:srgbClr val="0066FF"/>
              </a:solidFill>
              <a:latin typeface="Courier New"/>
              <a:ea typeface="Courier New"/>
              <a:cs typeface="Courier New"/>
              <a:sym typeface="Courier New"/>
            </a:endParaRPr>
          </a:p>
          <a:p>
            <a:pPr marL="0" marR="0" lvl="0" indent="0" algn="l" rtl="0">
              <a:lnSpc>
                <a:spcPct val="93000"/>
              </a:lnSpc>
              <a:spcBef>
                <a:spcPts val="0"/>
              </a:spcBef>
              <a:spcAft>
                <a:spcPts val="0"/>
              </a:spcAft>
              <a:buClr>
                <a:srgbClr val="000000"/>
              </a:buClr>
              <a:buSzPts val="2800"/>
              <a:buFont typeface="Times New Roman"/>
              <a:buNone/>
            </a:pPr>
            <a:r>
              <a:rPr lang="es-AR" sz="2500">
                <a:latin typeface="Courier New"/>
                <a:ea typeface="Courier New"/>
                <a:cs typeface="Courier New"/>
                <a:sym typeface="Courier New"/>
              </a:rPr>
              <a:t>  </a:t>
            </a:r>
            <a:r>
              <a:rPr lang="es-AR" sz="2500" b="1">
                <a:latin typeface="Courier New"/>
                <a:ea typeface="Courier New"/>
                <a:cs typeface="Courier New"/>
                <a:sym typeface="Courier New"/>
              </a:rPr>
              <a:t>rename</a:t>
            </a:r>
            <a:r>
              <a:rPr lang="es-AR" sz="2500">
                <a:latin typeface="Courier New"/>
                <a:ea typeface="Courier New"/>
                <a:cs typeface="Courier New"/>
                <a:sym typeface="Courier New"/>
              </a:rPr>
              <a:t>(archivo_nuevo, ‘</a:t>
            </a:r>
            <a:r>
              <a:rPr lang="es-AR" sz="2800">
                <a:solidFill>
                  <a:schemeClr val="dk1"/>
                </a:solidFill>
                <a:latin typeface="Courier New"/>
                <a:ea typeface="Courier New"/>
                <a:cs typeface="Courier New"/>
                <a:sym typeface="Courier New"/>
              </a:rPr>
              <a:t>arch_empleados’</a:t>
            </a:r>
            <a:r>
              <a:rPr lang="es-AR" sz="2500">
                <a:latin typeface="Courier New"/>
                <a:ea typeface="Courier New"/>
                <a:cs typeface="Courier New"/>
                <a:sym typeface="Courier New"/>
              </a:rPr>
              <a:t>);</a:t>
            </a:r>
            <a:endParaRPr sz="2500">
              <a:latin typeface="Courier New"/>
              <a:ea typeface="Courier New"/>
              <a:cs typeface="Courier New"/>
              <a:sym typeface="Courier New"/>
            </a:endParaRPr>
          </a:p>
          <a:p>
            <a:pPr marL="0" marR="0" lvl="0" indent="0" algn="l" rtl="0">
              <a:lnSpc>
                <a:spcPct val="93000"/>
              </a:lnSpc>
              <a:spcBef>
                <a:spcPts val="0"/>
              </a:spcBef>
              <a:spcAft>
                <a:spcPts val="0"/>
              </a:spcAft>
              <a:buClr>
                <a:srgbClr val="000000"/>
              </a:buClr>
              <a:buSzPts val="2800"/>
              <a:buFont typeface="Times New Roman"/>
              <a:buNone/>
            </a:pPr>
            <a:r>
              <a:rPr lang="es-AR" sz="2500" b="1" i="0" u="none" strike="noStrike" cap="none">
                <a:solidFill>
                  <a:schemeClr val="dk1"/>
                </a:solidFill>
                <a:latin typeface="Courier New"/>
                <a:ea typeface="Courier New"/>
                <a:cs typeface="Courier New"/>
                <a:sym typeface="Courier New"/>
              </a:rPr>
              <a:t>end.</a:t>
            </a:r>
            <a:endParaRPr sz="11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99">
                                            <p:txEl>
                                              <p:pRg st="0" end="0"/>
                                            </p:txEl>
                                          </p:spTgt>
                                        </p:tgtEl>
                                        <p:attrNameLst>
                                          <p:attrName>style.visibility</p:attrName>
                                        </p:attrNameLst>
                                      </p:cBhvr>
                                      <p:to>
                                        <p:strVal val="visible"/>
                                      </p:to>
                                    </p:set>
                                    <p:animEffect transition="in" filter="fade">
                                      <p:cBhvr>
                                        <p:cTn id="7" dur="500"/>
                                        <p:tgtEl>
                                          <p:spTgt spid="29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99">
                                            <p:txEl>
                                              <p:pRg st="1" end="1"/>
                                            </p:txEl>
                                          </p:spTgt>
                                        </p:tgtEl>
                                        <p:attrNameLst>
                                          <p:attrName>style.visibility</p:attrName>
                                        </p:attrNameLst>
                                      </p:cBhvr>
                                      <p:to>
                                        <p:strVal val="visible"/>
                                      </p:to>
                                    </p:set>
                                    <p:animEffect transition="in" filter="fade">
                                      <p:cBhvr>
                                        <p:cTn id="10" dur="500"/>
                                        <p:tgtEl>
                                          <p:spTgt spid="299">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99">
                                            <p:txEl>
                                              <p:pRg st="2" end="2"/>
                                            </p:txEl>
                                          </p:spTgt>
                                        </p:tgtEl>
                                        <p:attrNameLst>
                                          <p:attrName>style.visibility</p:attrName>
                                        </p:attrNameLst>
                                      </p:cBhvr>
                                      <p:to>
                                        <p:strVal val="visible"/>
                                      </p:to>
                                    </p:set>
                                    <p:animEffect transition="in" filter="fade">
                                      <p:cBhvr>
                                        <p:cTn id="13" dur="500"/>
                                        <p:tgtEl>
                                          <p:spTgt spid="299">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99">
                                            <p:txEl>
                                              <p:pRg st="3" end="3"/>
                                            </p:txEl>
                                          </p:spTgt>
                                        </p:tgtEl>
                                        <p:attrNameLst>
                                          <p:attrName>style.visibility</p:attrName>
                                        </p:attrNameLst>
                                      </p:cBhvr>
                                      <p:to>
                                        <p:strVal val="visible"/>
                                      </p:to>
                                    </p:set>
                                    <p:animEffect transition="in" filter="fade">
                                      <p:cBhvr>
                                        <p:cTn id="16" dur="500"/>
                                        <p:tgtEl>
                                          <p:spTgt spid="299">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99">
                                            <p:txEl>
                                              <p:pRg st="4" end="4"/>
                                            </p:txEl>
                                          </p:spTgt>
                                        </p:tgtEl>
                                        <p:attrNameLst>
                                          <p:attrName>style.visibility</p:attrName>
                                        </p:attrNameLst>
                                      </p:cBhvr>
                                      <p:to>
                                        <p:strVal val="visible"/>
                                      </p:to>
                                    </p:set>
                                    <p:animEffect transition="in" filter="fade">
                                      <p:cBhvr>
                                        <p:cTn id="19" dur="500"/>
                                        <p:tgtEl>
                                          <p:spTgt spid="299">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99">
                                            <p:txEl>
                                              <p:pRg st="5" end="5"/>
                                            </p:txEl>
                                          </p:spTgt>
                                        </p:tgtEl>
                                        <p:attrNameLst>
                                          <p:attrName>style.visibility</p:attrName>
                                        </p:attrNameLst>
                                      </p:cBhvr>
                                      <p:to>
                                        <p:strVal val="visible"/>
                                      </p:to>
                                    </p:set>
                                    <p:animEffect transition="in" filter="fade">
                                      <p:cBhvr>
                                        <p:cTn id="22" dur="500"/>
                                        <p:tgtEl>
                                          <p:spTgt spid="299">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99">
                                            <p:txEl>
                                              <p:pRg st="6" end="6"/>
                                            </p:txEl>
                                          </p:spTgt>
                                        </p:tgtEl>
                                        <p:attrNameLst>
                                          <p:attrName>style.visibility</p:attrName>
                                        </p:attrNameLst>
                                      </p:cBhvr>
                                      <p:to>
                                        <p:strVal val="visible"/>
                                      </p:to>
                                    </p:set>
                                    <p:animEffect transition="in" filter="fade">
                                      <p:cBhvr>
                                        <p:cTn id="25" dur="500"/>
                                        <p:tgtEl>
                                          <p:spTgt spid="299">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99">
                                            <p:txEl>
                                              <p:pRg st="7" end="7"/>
                                            </p:txEl>
                                          </p:spTgt>
                                        </p:tgtEl>
                                        <p:attrNameLst>
                                          <p:attrName>style.visibility</p:attrName>
                                        </p:attrNameLst>
                                      </p:cBhvr>
                                      <p:to>
                                        <p:strVal val="visible"/>
                                      </p:to>
                                    </p:set>
                                    <p:animEffect transition="in" filter="fade">
                                      <p:cBhvr>
                                        <p:cTn id="28" dur="500"/>
                                        <p:tgtEl>
                                          <p:spTgt spid="299">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99">
                                            <p:txEl>
                                              <p:pRg st="8" end="8"/>
                                            </p:txEl>
                                          </p:spTgt>
                                        </p:tgtEl>
                                        <p:attrNameLst>
                                          <p:attrName>style.visibility</p:attrName>
                                        </p:attrNameLst>
                                      </p:cBhvr>
                                      <p:to>
                                        <p:strVal val="visible"/>
                                      </p:to>
                                    </p:set>
                                    <p:animEffect transition="in" filter="fade">
                                      <p:cBhvr>
                                        <p:cTn id="31" dur="500"/>
                                        <p:tgtEl>
                                          <p:spTgt spid="299">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99">
                                            <p:txEl>
                                              <p:pRg st="9" end="9"/>
                                            </p:txEl>
                                          </p:spTgt>
                                        </p:tgtEl>
                                        <p:attrNameLst>
                                          <p:attrName>style.visibility</p:attrName>
                                        </p:attrNameLst>
                                      </p:cBhvr>
                                      <p:to>
                                        <p:strVal val="visible"/>
                                      </p:to>
                                    </p:set>
                                    <p:animEffect transition="in" filter="fade">
                                      <p:cBhvr>
                                        <p:cTn id="34" dur="500"/>
                                        <p:tgtEl>
                                          <p:spTgt spid="299">
                                            <p:txEl>
                                              <p:pRg st="9" end="9"/>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99">
                                            <p:txEl>
                                              <p:pRg st="10" end="10"/>
                                            </p:txEl>
                                          </p:spTgt>
                                        </p:tgtEl>
                                        <p:attrNameLst>
                                          <p:attrName>style.visibility</p:attrName>
                                        </p:attrNameLst>
                                      </p:cBhvr>
                                      <p:to>
                                        <p:strVal val="visible"/>
                                      </p:to>
                                    </p:set>
                                    <p:animEffect transition="in" filter="fade">
                                      <p:cBhvr>
                                        <p:cTn id="37" dur="500"/>
                                        <p:tgtEl>
                                          <p:spTgt spid="299">
                                            <p:txEl>
                                              <p:pRg st="10" end="10"/>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299">
                                            <p:txEl>
                                              <p:pRg st="11" end="11"/>
                                            </p:txEl>
                                          </p:spTgt>
                                        </p:tgtEl>
                                        <p:attrNameLst>
                                          <p:attrName>style.visibility</p:attrName>
                                        </p:attrNameLst>
                                      </p:cBhvr>
                                      <p:to>
                                        <p:strVal val="visible"/>
                                      </p:to>
                                    </p:set>
                                    <p:animEffect transition="in" filter="fade">
                                      <p:cBhvr>
                                        <p:cTn id="40" dur="500"/>
                                        <p:tgtEl>
                                          <p:spTgt spid="299">
                                            <p:txEl>
                                              <p:pRg st="11" end="11"/>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299">
                                            <p:txEl>
                                              <p:pRg st="12" end="12"/>
                                            </p:txEl>
                                          </p:spTgt>
                                        </p:tgtEl>
                                        <p:attrNameLst>
                                          <p:attrName>style.visibility</p:attrName>
                                        </p:attrNameLst>
                                      </p:cBhvr>
                                      <p:to>
                                        <p:strVal val="visible"/>
                                      </p:to>
                                    </p:set>
                                    <p:animEffect transition="in" filter="fade">
                                      <p:cBhvr>
                                        <p:cTn id="43" dur="500"/>
                                        <p:tgtEl>
                                          <p:spTgt spid="299">
                                            <p:txEl>
                                              <p:pRg st="12" end="12"/>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299">
                                            <p:txEl>
                                              <p:pRg st="13" end="13"/>
                                            </p:txEl>
                                          </p:spTgt>
                                        </p:tgtEl>
                                        <p:attrNameLst>
                                          <p:attrName>style.visibility</p:attrName>
                                        </p:attrNameLst>
                                      </p:cBhvr>
                                      <p:to>
                                        <p:strVal val="visible"/>
                                      </p:to>
                                    </p:set>
                                    <p:animEffect transition="in" filter="fade">
                                      <p:cBhvr>
                                        <p:cTn id="46" dur="500"/>
                                        <p:tgtEl>
                                          <p:spTgt spid="299">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CEE9F8"/>
            </a:gs>
          </a:gsLst>
          <a:path path="circle">
            <a:fillToRect l="50000" t="50000" r="50000" b="50000"/>
          </a:path>
          <a:tileRect/>
        </a:gradFill>
        <a:effectLst/>
      </p:bgPr>
    </p:bg>
    <p:spTree>
      <p:nvGrpSpPr>
        <p:cNvPr id="1" name="Shape 305"/>
        <p:cNvGrpSpPr/>
        <p:nvPr/>
      </p:nvGrpSpPr>
      <p:grpSpPr>
        <a:xfrm>
          <a:off x="0" y="0"/>
          <a:ext cx="0" cy="0"/>
          <a:chOff x="0" y="0"/>
          <a:chExt cx="0" cy="0"/>
        </a:xfrm>
      </p:grpSpPr>
      <p:sp>
        <p:nvSpPr>
          <p:cNvPr id="306" name="Google Shape;306;p8"/>
          <p:cNvSpPr txBox="1"/>
          <p:nvPr/>
        </p:nvSpPr>
        <p:spPr>
          <a:xfrm>
            <a:off x="503238" y="792163"/>
            <a:ext cx="779462" cy="365125"/>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entury Gothic"/>
                <a:ea typeface="Century Gothic"/>
                <a:cs typeface="Century Gothic"/>
                <a:sym typeface="Century Gothic"/>
              </a:rPr>
              <a:t>8</a:t>
            </a:fld>
            <a:endParaRPr sz="1800" b="0" i="0" u="none" strike="noStrike" cap="none">
              <a:solidFill>
                <a:srgbClr val="000000"/>
              </a:solidFill>
              <a:latin typeface="Century Gothic"/>
              <a:ea typeface="Century Gothic"/>
              <a:cs typeface="Century Gothic"/>
              <a:sym typeface="Century Gothic"/>
            </a:endParaRPr>
          </a:p>
        </p:txBody>
      </p:sp>
      <p:sp>
        <p:nvSpPr>
          <p:cNvPr id="307" name="Google Shape;307;p8"/>
          <p:cNvSpPr txBox="1"/>
          <p:nvPr/>
        </p:nvSpPr>
        <p:spPr>
          <a:xfrm>
            <a:off x="2697163" y="1635125"/>
            <a:ext cx="7772400" cy="449580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08" name="Google Shape;308;p8"/>
          <p:cNvSpPr txBox="1"/>
          <p:nvPr/>
        </p:nvSpPr>
        <p:spPr>
          <a:xfrm>
            <a:off x="1953390" y="1000108"/>
            <a:ext cx="9929882" cy="5643602"/>
          </a:xfrm>
          <a:prstGeom prst="rect">
            <a:avLst/>
          </a:prstGeom>
          <a:noFill/>
          <a:ln>
            <a:noFill/>
          </a:ln>
        </p:spPr>
        <p:txBody>
          <a:bodyPr spcFirstLastPara="1" wrap="square" lIns="90000" tIns="45000" rIns="90000" bIns="45000" anchor="t" anchorCtr="0">
            <a:noAutofit/>
          </a:bodyPr>
          <a:lstStyle/>
          <a:p>
            <a:pPr marL="0" marR="0" lvl="0" indent="0" algn="l" rtl="0">
              <a:lnSpc>
                <a:spcPct val="93000"/>
              </a:lnSpc>
              <a:spcBef>
                <a:spcPts val="0"/>
              </a:spcBef>
              <a:spcAft>
                <a:spcPts val="0"/>
              </a:spcAft>
              <a:buClr>
                <a:srgbClr val="262626"/>
              </a:buClr>
              <a:buSzPts val="2800"/>
              <a:buFont typeface="Times New Roman"/>
              <a:buNone/>
            </a:pPr>
            <a:r>
              <a:rPr lang="es-AR" sz="2800" b="1" i="0" u="none" strike="noStrike" cap="none">
                <a:solidFill>
                  <a:srgbClr val="262626"/>
                </a:solidFill>
                <a:latin typeface="Courier New"/>
                <a:ea typeface="Courier New"/>
                <a:cs typeface="Courier New"/>
                <a:sym typeface="Courier New"/>
              </a:rPr>
              <a:t>Begin </a:t>
            </a:r>
            <a:r>
              <a:rPr lang="es-AR" sz="2800" b="1" i="1" u="none" strike="noStrike" cap="none">
                <a:solidFill>
                  <a:srgbClr val="0066FF"/>
                </a:solidFill>
                <a:latin typeface="Courier New"/>
                <a:ea typeface="Courier New"/>
                <a:cs typeface="Courier New"/>
                <a:sym typeface="Courier New"/>
              </a:rPr>
              <a:t>{se sabe que existe Carlos Garcia}</a:t>
            </a:r>
            <a:endParaRPr sz="2800" b="1" i="0" u="none" strike="noStrike" cap="none">
              <a:solidFill>
                <a:srgbClr val="262626"/>
              </a:solidFill>
              <a:latin typeface="Courier New"/>
              <a:ea typeface="Courier New"/>
              <a:cs typeface="Courier New"/>
              <a:sym typeface="Courier New"/>
            </a:endParaRPr>
          </a:p>
          <a:p>
            <a:pPr marL="0" marR="0" lvl="0" indent="0" algn="l" rtl="0">
              <a:lnSpc>
                <a:spcPct val="93000"/>
              </a:lnSpc>
              <a:spcBef>
                <a:spcPts val="0"/>
              </a:spcBef>
              <a:spcAft>
                <a:spcPts val="0"/>
              </a:spcAft>
              <a:buClr>
                <a:srgbClr val="000000"/>
              </a:buClr>
              <a:buSzPts val="2800"/>
              <a:buFont typeface="Times New Roman"/>
              <a:buNone/>
            </a:pPr>
            <a:r>
              <a:rPr lang="es-AR" sz="2800" b="0" i="0" u="none" strike="noStrike" cap="none">
                <a:solidFill>
                  <a:srgbClr val="000000"/>
                </a:solidFill>
                <a:latin typeface="Courier New"/>
                <a:ea typeface="Courier New"/>
                <a:cs typeface="Courier New"/>
                <a:sym typeface="Courier New"/>
              </a:rPr>
              <a:t>	</a:t>
            </a:r>
            <a:r>
              <a:rPr lang="es-AR" sz="2800" b="1" i="0" u="none" strike="noStrike" cap="none">
                <a:solidFill>
                  <a:srgbClr val="000000"/>
                </a:solidFill>
                <a:latin typeface="Courier New"/>
                <a:ea typeface="Courier New"/>
                <a:cs typeface="Courier New"/>
                <a:sym typeface="Courier New"/>
              </a:rPr>
              <a:t>assign</a:t>
            </a:r>
            <a:r>
              <a:rPr lang="es-AR" sz="2800" b="0" i="0" u="none" strike="noStrike" cap="none">
                <a:solidFill>
                  <a:srgbClr val="000000"/>
                </a:solidFill>
                <a:latin typeface="Courier New"/>
                <a:ea typeface="Courier New"/>
                <a:cs typeface="Courier New"/>
                <a:sym typeface="Courier New"/>
              </a:rPr>
              <a:t>(archivo, 'arch_empleados');</a:t>
            </a:r>
            <a:endParaRPr sz="2800" b="0" i="0" u="none" strike="noStrike" cap="none">
              <a:solidFill>
                <a:srgbClr val="000000"/>
              </a:solidFill>
              <a:latin typeface="Courier New"/>
              <a:ea typeface="Courier New"/>
              <a:cs typeface="Courier New"/>
              <a:sym typeface="Courier New"/>
            </a:endParaRPr>
          </a:p>
          <a:p>
            <a:pPr marL="0" marR="0" lvl="0" indent="0" algn="l" rtl="0">
              <a:lnSpc>
                <a:spcPct val="93000"/>
              </a:lnSpc>
              <a:spcBef>
                <a:spcPts val="0"/>
              </a:spcBef>
              <a:spcAft>
                <a:spcPts val="0"/>
              </a:spcAft>
              <a:buClr>
                <a:srgbClr val="000000"/>
              </a:buClr>
              <a:buSzPts val="2800"/>
              <a:buFont typeface="Times New Roman"/>
              <a:buNone/>
            </a:pPr>
            <a:r>
              <a:rPr lang="es-AR" sz="2800" b="0" i="0" u="none" strike="noStrike" cap="none">
                <a:solidFill>
                  <a:srgbClr val="000000"/>
                </a:solidFill>
                <a:latin typeface="Courier New"/>
                <a:ea typeface="Courier New"/>
                <a:cs typeface="Courier New"/>
                <a:sym typeface="Courier New"/>
              </a:rPr>
              <a:t>	</a:t>
            </a:r>
            <a:r>
              <a:rPr lang="es-AR" sz="2800" b="1" i="0" u="none" strike="noStrike" cap="none">
                <a:solidFill>
                  <a:srgbClr val="000000"/>
                </a:solidFill>
                <a:latin typeface="Courier New"/>
                <a:ea typeface="Courier New"/>
                <a:cs typeface="Courier New"/>
                <a:sym typeface="Courier New"/>
              </a:rPr>
              <a:t>reset</a:t>
            </a:r>
            <a:r>
              <a:rPr lang="es-AR" sz="2800" b="0" i="0" u="none" strike="noStrike" cap="none">
                <a:solidFill>
                  <a:srgbClr val="000000"/>
                </a:solidFill>
                <a:latin typeface="Courier New"/>
                <a:ea typeface="Courier New"/>
                <a:cs typeface="Courier New"/>
                <a:sym typeface="Courier New"/>
              </a:rPr>
              <a:t>(archivo);</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262626"/>
              </a:buClr>
              <a:buSzPts val="2800"/>
              <a:buFont typeface="Times New Roman"/>
              <a:buNone/>
            </a:pPr>
            <a:r>
              <a:rPr lang="es-AR" sz="2800" b="0" i="0" u="none" strike="noStrike" cap="none">
                <a:solidFill>
                  <a:srgbClr val="262626"/>
                </a:solidFill>
                <a:latin typeface="Courier New"/>
                <a:ea typeface="Courier New"/>
                <a:cs typeface="Courier New"/>
                <a:sym typeface="Courier New"/>
              </a:rPr>
              <a:t>	</a:t>
            </a:r>
            <a:r>
              <a:rPr lang="es-AR" sz="2800" b="1" i="0" u="none" strike="noStrike" cap="none">
                <a:solidFill>
                  <a:srgbClr val="262626"/>
                </a:solidFill>
                <a:latin typeface="Courier New"/>
                <a:ea typeface="Courier New"/>
                <a:cs typeface="Courier New"/>
                <a:sym typeface="Courier New"/>
              </a:rPr>
              <a:t>leer</a:t>
            </a:r>
            <a:r>
              <a:rPr lang="es-AR" sz="2800" b="0" i="0" u="none" strike="noStrike" cap="none">
                <a:solidFill>
                  <a:srgbClr val="262626"/>
                </a:solidFill>
                <a:latin typeface="Courier New"/>
                <a:ea typeface="Courier New"/>
                <a:cs typeface="Courier New"/>
                <a:sym typeface="Courier New"/>
              </a:rPr>
              <a:t>(archivo, reg);</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0066FF"/>
              </a:buClr>
              <a:buSzPts val="2800"/>
              <a:buFont typeface="Times New Roman"/>
              <a:buNone/>
            </a:pPr>
            <a:r>
              <a:rPr lang="es-AR" sz="2800" b="1" i="1" u="none" strike="noStrike" cap="none">
                <a:solidFill>
                  <a:srgbClr val="0066FF"/>
                </a:solidFill>
                <a:latin typeface="Courier New"/>
                <a:ea typeface="Courier New"/>
                <a:cs typeface="Courier New"/>
                <a:sym typeface="Courier New"/>
              </a:rPr>
              <a:t>	{Se avanza hasta Carlos Garcia}</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262626"/>
              </a:buClr>
              <a:buSzPts val="2800"/>
              <a:buFont typeface="Times New Roman"/>
              <a:buNone/>
            </a:pPr>
            <a:r>
              <a:rPr lang="es-AR" sz="2800" b="0" i="0" u="none" strike="noStrike" cap="none">
                <a:solidFill>
                  <a:srgbClr val="262626"/>
                </a:solidFill>
                <a:latin typeface="Courier New"/>
                <a:ea typeface="Courier New"/>
                <a:cs typeface="Courier New"/>
                <a:sym typeface="Courier New"/>
              </a:rPr>
              <a:t>	</a:t>
            </a:r>
            <a:r>
              <a:rPr lang="es-AR" sz="2800" b="1" i="0" u="none" strike="noStrike" cap="none">
                <a:solidFill>
                  <a:srgbClr val="262626"/>
                </a:solidFill>
                <a:latin typeface="Courier New"/>
                <a:ea typeface="Courier New"/>
                <a:cs typeface="Courier New"/>
                <a:sym typeface="Courier New"/>
              </a:rPr>
              <a:t>while </a:t>
            </a:r>
            <a:r>
              <a:rPr lang="es-AR" sz="2800" b="0" i="0" u="none" strike="noStrike" cap="none">
                <a:solidFill>
                  <a:srgbClr val="262626"/>
                </a:solidFill>
                <a:latin typeface="Courier New"/>
                <a:ea typeface="Courier New"/>
                <a:cs typeface="Courier New"/>
                <a:sym typeface="Courier New"/>
              </a:rPr>
              <a:t>(reg.nombre &lt;&gt; </a:t>
            </a:r>
            <a:r>
              <a:rPr lang="es-AR" sz="2800">
                <a:solidFill>
                  <a:srgbClr val="262626"/>
                </a:solidFill>
                <a:latin typeface="Courier New"/>
                <a:ea typeface="Courier New"/>
                <a:cs typeface="Courier New"/>
                <a:sym typeface="Courier New"/>
              </a:rPr>
              <a:t>‘</a:t>
            </a:r>
            <a:r>
              <a:rPr lang="es-AR" sz="2800" b="0" i="0" u="none" strike="noStrike" cap="none">
                <a:solidFill>
                  <a:srgbClr val="262626"/>
                </a:solidFill>
                <a:latin typeface="Courier New"/>
                <a:ea typeface="Courier New"/>
                <a:cs typeface="Courier New"/>
                <a:sym typeface="Courier New"/>
              </a:rPr>
              <a:t>Carlos Garcia</a:t>
            </a:r>
            <a:r>
              <a:rPr lang="es-AR" sz="2800" b="1">
                <a:solidFill>
                  <a:srgbClr val="262626"/>
                </a:solidFill>
                <a:latin typeface="Courier New"/>
                <a:ea typeface="Courier New"/>
                <a:cs typeface="Courier New"/>
                <a:sym typeface="Courier New"/>
              </a:rPr>
              <a:t>’</a:t>
            </a:r>
            <a:r>
              <a:rPr lang="es-AR" sz="2800" b="0" i="0" u="none" strike="noStrike" cap="none">
                <a:solidFill>
                  <a:srgbClr val="262626"/>
                </a:solidFill>
                <a:latin typeface="Courier New"/>
                <a:ea typeface="Courier New"/>
                <a:cs typeface="Courier New"/>
                <a:sym typeface="Courier New"/>
              </a:rPr>
              <a:t>)</a:t>
            </a:r>
            <a:r>
              <a:rPr lang="es-AR" sz="2800" b="1" i="0" u="none" strike="noStrike" cap="none">
                <a:solidFill>
                  <a:srgbClr val="262626"/>
                </a:solidFill>
                <a:latin typeface="Courier New"/>
                <a:ea typeface="Courier New"/>
                <a:cs typeface="Courier New"/>
                <a:sym typeface="Courier New"/>
              </a:rPr>
              <a:t> do	</a:t>
            </a:r>
            <a:r>
              <a:rPr lang="es-AR" sz="2800" b="0" i="0" u="none" strike="noStrike" cap="none">
                <a:solidFill>
                  <a:srgbClr val="262626"/>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262626"/>
              </a:buClr>
              <a:buSzPts val="2800"/>
              <a:buFont typeface="Times New Roman"/>
              <a:buNone/>
            </a:pPr>
            <a:r>
              <a:rPr lang="es-AR" sz="2800" b="0" i="0" u="none" strike="noStrike" cap="none">
                <a:solidFill>
                  <a:srgbClr val="262626"/>
                </a:solidFill>
                <a:latin typeface="Courier New"/>
                <a:ea typeface="Courier New"/>
                <a:cs typeface="Courier New"/>
                <a:sym typeface="Courier New"/>
              </a:rPr>
              <a:t>		leer(archivo, reg);</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262626"/>
              </a:buClr>
              <a:buSzPts val="2800"/>
              <a:buFont typeface="Times New Roman"/>
              <a:buNone/>
            </a:pPr>
            <a:r>
              <a:rPr lang="es-AR" sz="2800" b="0" i="0" u="none" strike="noStrike" cap="none">
                <a:solidFill>
                  <a:srgbClr val="262626"/>
                </a:solidFill>
                <a:latin typeface="Courier New"/>
                <a:ea typeface="Courier New"/>
                <a:cs typeface="Courier New"/>
                <a:sym typeface="Courier New"/>
              </a:rPr>
              <a:t>	</a:t>
            </a:r>
            <a:r>
              <a:rPr lang="es-AR" sz="2800" b="1" i="1" u="none" strike="noStrike" cap="none">
                <a:solidFill>
                  <a:srgbClr val="0066FF"/>
                </a:solidFill>
                <a:latin typeface="Courier New"/>
                <a:ea typeface="Courier New"/>
                <a:cs typeface="Courier New"/>
                <a:sym typeface="Courier New"/>
              </a:rPr>
              <a:t>{Se genera una marca de borrado}</a:t>
            </a:r>
            <a:endParaRPr sz="2800" b="1" i="1" u="none" strike="noStrike" cap="none">
              <a:solidFill>
                <a:srgbClr val="0066FF"/>
              </a:solidFill>
              <a:latin typeface="Courier New"/>
              <a:ea typeface="Courier New"/>
              <a:cs typeface="Courier New"/>
              <a:sym typeface="Courier New"/>
            </a:endParaRPr>
          </a:p>
          <a:p>
            <a:pPr marL="0" marR="0" lvl="0" indent="0" algn="l" rtl="0">
              <a:lnSpc>
                <a:spcPct val="93000"/>
              </a:lnSpc>
              <a:spcBef>
                <a:spcPts val="0"/>
              </a:spcBef>
              <a:spcAft>
                <a:spcPts val="0"/>
              </a:spcAft>
              <a:buClr>
                <a:srgbClr val="262626"/>
              </a:buClr>
              <a:buSzPts val="2800"/>
              <a:buFont typeface="Times New Roman"/>
              <a:buNone/>
            </a:pPr>
            <a:r>
              <a:rPr lang="es-AR" sz="2800" b="0" i="0" u="none" strike="noStrike" cap="none">
                <a:solidFill>
                  <a:srgbClr val="262626"/>
                </a:solidFill>
                <a:latin typeface="Courier New"/>
                <a:ea typeface="Courier New"/>
                <a:cs typeface="Courier New"/>
                <a:sym typeface="Courier New"/>
              </a:rPr>
              <a:t>	reg.nombre := </a:t>
            </a:r>
            <a:r>
              <a:rPr lang="es-AR" sz="2800">
                <a:solidFill>
                  <a:srgbClr val="262626"/>
                </a:solidFill>
                <a:latin typeface="Courier New"/>
                <a:ea typeface="Courier New"/>
                <a:cs typeface="Courier New"/>
                <a:sym typeface="Courier New"/>
              </a:rPr>
              <a:t>‘***’;</a:t>
            </a:r>
            <a:r>
              <a:rPr lang="es-AR" sz="2800" b="0" i="0" u="none" strike="noStrike" cap="none">
                <a:solidFill>
                  <a:srgbClr val="262626"/>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0066FF"/>
              </a:buClr>
              <a:buSzPts val="2800"/>
              <a:buFont typeface="Times New Roman"/>
              <a:buNone/>
            </a:pPr>
            <a:r>
              <a:rPr lang="es-AR" sz="2800" b="1" i="1" u="none" strike="noStrike" cap="none">
                <a:solidFill>
                  <a:srgbClr val="0066FF"/>
                </a:solidFill>
                <a:latin typeface="Courier New"/>
                <a:ea typeface="Courier New"/>
                <a:cs typeface="Courier New"/>
                <a:sym typeface="Courier New"/>
              </a:rPr>
              <a:t>	{Se borra lógicamente a Carlos Garcia}</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262626"/>
              </a:buClr>
              <a:buSzPts val="2800"/>
              <a:buFont typeface="Times New Roman"/>
              <a:buNone/>
            </a:pPr>
            <a:r>
              <a:rPr lang="es-AR" sz="2800" b="0" i="0" u="none" strike="noStrike" cap="none">
                <a:solidFill>
                  <a:srgbClr val="262626"/>
                </a:solidFill>
                <a:latin typeface="Courier New"/>
                <a:ea typeface="Courier New"/>
                <a:cs typeface="Courier New"/>
                <a:sym typeface="Courier New"/>
              </a:rPr>
              <a:t>	</a:t>
            </a:r>
            <a:r>
              <a:rPr lang="es-AR" sz="2800" b="1" i="0" u="none" strike="noStrike" cap="none">
                <a:solidFill>
                  <a:schemeClr val="dk1"/>
                </a:solidFill>
                <a:latin typeface="Courier New"/>
                <a:ea typeface="Courier New"/>
                <a:cs typeface="Courier New"/>
                <a:sym typeface="Courier New"/>
              </a:rPr>
              <a:t>seek</a:t>
            </a:r>
            <a:r>
              <a:rPr lang="es-AR" sz="2800" b="0" i="0" u="none" strike="noStrike" cap="none">
                <a:solidFill>
                  <a:srgbClr val="262626"/>
                </a:solidFill>
                <a:latin typeface="Courier New"/>
                <a:ea typeface="Courier New"/>
                <a:cs typeface="Courier New"/>
                <a:sym typeface="Courier New"/>
              </a:rPr>
              <a:t>(archivo, </a:t>
            </a:r>
            <a:r>
              <a:rPr lang="es-AR" sz="2800" b="1" i="0" u="none" strike="noStrike" cap="none">
                <a:solidFill>
                  <a:srgbClr val="262626"/>
                </a:solidFill>
                <a:latin typeface="Courier New"/>
                <a:ea typeface="Courier New"/>
                <a:cs typeface="Courier New"/>
                <a:sym typeface="Courier New"/>
              </a:rPr>
              <a:t>filepos</a:t>
            </a:r>
            <a:r>
              <a:rPr lang="es-AR" sz="2800" b="0" i="0" u="none" strike="noStrike" cap="none">
                <a:solidFill>
                  <a:srgbClr val="262626"/>
                </a:solidFill>
                <a:latin typeface="Courier New"/>
                <a:ea typeface="Courier New"/>
                <a:cs typeface="Courier New"/>
                <a:sym typeface="Courier New"/>
              </a:rPr>
              <a:t>(archivo)-1 );</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262626"/>
              </a:buClr>
              <a:buSzPts val="2800"/>
              <a:buFont typeface="Times New Roman"/>
              <a:buNone/>
            </a:pPr>
            <a:r>
              <a:rPr lang="es-AR" sz="2800" b="0" i="0" u="none" strike="noStrike" cap="none">
                <a:solidFill>
                  <a:srgbClr val="262626"/>
                </a:solidFill>
                <a:latin typeface="Courier New"/>
                <a:ea typeface="Courier New"/>
                <a:cs typeface="Courier New"/>
                <a:sym typeface="Courier New"/>
              </a:rPr>
              <a:t>	</a:t>
            </a:r>
            <a:r>
              <a:rPr lang="es-AR" sz="2800" b="1" i="0" u="none" strike="noStrike" cap="none">
                <a:solidFill>
                  <a:schemeClr val="dk1"/>
                </a:solidFill>
                <a:latin typeface="Courier New"/>
                <a:ea typeface="Courier New"/>
                <a:cs typeface="Courier New"/>
                <a:sym typeface="Courier New"/>
              </a:rPr>
              <a:t>write</a:t>
            </a:r>
            <a:r>
              <a:rPr lang="es-AR" sz="2800" b="0" i="0" u="none" strike="noStrike" cap="none">
                <a:solidFill>
                  <a:srgbClr val="262626"/>
                </a:solidFill>
                <a:latin typeface="Courier New"/>
                <a:ea typeface="Courier New"/>
                <a:cs typeface="Courier New"/>
                <a:sym typeface="Courier New"/>
              </a:rPr>
              <a:t>(archivo, reg);</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262626"/>
              </a:buClr>
              <a:buSzPts val="2800"/>
              <a:buFont typeface="Times New Roman"/>
              <a:buNone/>
            </a:pPr>
            <a:r>
              <a:rPr lang="es-AR" sz="2800" b="0" i="0" u="none" strike="noStrike" cap="none">
                <a:solidFill>
                  <a:srgbClr val="262626"/>
                </a:solidFill>
                <a:latin typeface="Courier New"/>
                <a:ea typeface="Courier New"/>
                <a:cs typeface="Courier New"/>
                <a:sym typeface="Courier New"/>
              </a:rPr>
              <a:t>	</a:t>
            </a:r>
            <a:r>
              <a:rPr lang="es-AR" sz="2800" b="1" i="0" u="none" strike="noStrike" cap="none">
                <a:solidFill>
                  <a:srgbClr val="000000"/>
                </a:solidFill>
                <a:latin typeface="Courier New"/>
                <a:ea typeface="Courier New"/>
                <a:cs typeface="Courier New"/>
                <a:sym typeface="Courier New"/>
              </a:rPr>
              <a:t>close</a:t>
            </a:r>
            <a:r>
              <a:rPr lang="es-AR" sz="2800" b="0" i="0" u="none" strike="noStrike" cap="none">
                <a:solidFill>
                  <a:srgbClr val="000000"/>
                </a:solidFill>
                <a:latin typeface="Courier New"/>
                <a:ea typeface="Courier New"/>
                <a:cs typeface="Courier New"/>
                <a:sym typeface="Courier New"/>
              </a:rPr>
              <a:t>(archivo);</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000000"/>
              </a:buClr>
              <a:buSzPts val="2800"/>
              <a:buFont typeface="Times New Roman"/>
              <a:buNone/>
            </a:pPr>
            <a:r>
              <a:rPr lang="es-AR" sz="2800" b="1" i="0" u="none" strike="noStrike" cap="none">
                <a:solidFill>
                  <a:srgbClr val="000000"/>
                </a:solidFill>
                <a:latin typeface="Courier New"/>
                <a:ea typeface="Courier New"/>
                <a:cs typeface="Courier New"/>
                <a:sym typeface="Courier New"/>
              </a:rPr>
              <a:t>end.</a:t>
            </a:r>
            <a:endParaRPr sz="2800" b="1" i="0" u="none" strike="noStrike" cap="none">
              <a:solidFill>
                <a:srgbClr val="262626"/>
              </a:solidFill>
              <a:latin typeface="Courier New"/>
              <a:ea typeface="Courier New"/>
              <a:cs typeface="Courier New"/>
              <a:sym typeface="Courier New"/>
            </a:endParaRPr>
          </a:p>
          <a:p>
            <a:pPr marL="0" marR="0" lvl="0" indent="0" algn="l" rtl="0">
              <a:lnSpc>
                <a:spcPct val="93000"/>
              </a:lnSpc>
              <a:spcBef>
                <a:spcPts val="0"/>
              </a:spcBef>
              <a:spcAft>
                <a:spcPts val="0"/>
              </a:spcAft>
              <a:buClr>
                <a:schemeClr val="lt1"/>
              </a:buClr>
              <a:buSzPts val="2600"/>
              <a:buFont typeface="Times New Roman"/>
              <a:buNone/>
            </a:pPr>
            <a:endParaRPr sz="2600" b="0" i="0" u="none" strike="noStrike" cap="none">
              <a:solidFill>
                <a:srgbClr val="262626"/>
              </a:solidFill>
              <a:latin typeface="Courier New"/>
              <a:ea typeface="Courier New"/>
              <a:cs typeface="Courier New"/>
              <a:sym typeface="Courier New"/>
            </a:endParaRPr>
          </a:p>
        </p:txBody>
      </p:sp>
      <p:sp>
        <p:nvSpPr>
          <p:cNvPr id="309" name="Google Shape;309;p8"/>
          <p:cNvSpPr txBox="1"/>
          <p:nvPr/>
        </p:nvSpPr>
        <p:spPr>
          <a:xfrm>
            <a:off x="1676087" y="269893"/>
            <a:ext cx="9360000" cy="730200"/>
          </a:xfrm>
          <a:prstGeom prst="rect">
            <a:avLst/>
          </a:prstGeom>
          <a:noFill/>
          <a:ln>
            <a:noFill/>
          </a:ln>
        </p:spPr>
        <p:txBody>
          <a:bodyPr spcFirstLastPara="1" wrap="square" lIns="0" tIns="11150" rIns="0" bIns="0" anchor="ctr" anchorCtr="0">
            <a:noAutofit/>
          </a:bodyPr>
          <a:lstStyle/>
          <a:p>
            <a:pPr marL="0" marR="0" lvl="0" indent="0" algn="l" rtl="0">
              <a:lnSpc>
                <a:spcPct val="98000"/>
              </a:lnSpc>
              <a:spcBef>
                <a:spcPts val="0"/>
              </a:spcBef>
              <a:spcAft>
                <a:spcPts val="0"/>
              </a:spcAft>
              <a:buClr>
                <a:srgbClr val="262626"/>
              </a:buClr>
              <a:buSzPts val="4400"/>
              <a:buFont typeface="Times New Roman"/>
              <a:buNone/>
            </a:pPr>
            <a:r>
              <a:rPr lang="es-AR" sz="4400" b="0" i="0" u="none" strike="noStrike" cap="none">
                <a:solidFill>
                  <a:srgbClr val="262626"/>
                </a:solidFill>
                <a:latin typeface="Century Gothic"/>
                <a:ea typeface="Century Gothic"/>
                <a:cs typeface="Century Gothic"/>
                <a:sym typeface="Century Gothic"/>
              </a:rPr>
              <a:t>Ejemplo: Baja lógica</a:t>
            </a:r>
            <a:endParaRPr sz="4400" b="0" i="0" u="none" strike="noStrike" cap="none">
              <a:solidFill>
                <a:srgbClr val="262626"/>
              </a:solidFill>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8">
                                            <p:txEl>
                                              <p:pRg st="0" end="0"/>
                                            </p:txEl>
                                          </p:spTgt>
                                        </p:tgtEl>
                                        <p:attrNameLst>
                                          <p:attrName>style.visibility</p:attrName>
                                        </p:attrNameLst>
                                      </p:cBhvr>
                                      <p:to>
                                        <p:strVal val="visible"/>
                                      </p:to>
                                    </p:set>
                                    <p:animEffect transition="in" filter="fade">
                                      <p:cBhvr>
                                        <p:cTn id="7" dur="500"/>
                                        <p:tgtEl>
                                          <p:spTgt spid="30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08">
                                            <p:txEl>
                                              <p:pRg st="1" end="1"/>
                                            </p:txEl>
                                          </p:spTgt>
                                        </p:tgtEl>
                                        <p:attrNameLst>
                                          <p:attrName>style.visibility</p:attrName>
                                        </p:attrNameLst>
                                      </p:cBhvr>
                                      <p:to>
                                        <p:strVal val="visible"/>
                                      </p:to>
                                    </p:set>
                                    <p:animEffect transition="in" filter="fade">
                                      <p:cBhvr>
                                        <p:cTn id="10" dur="500"/>
                                        <p:tgtEl>
                                          <p:spTgt spid="308">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08">
                                            <p:txEl>
                                              <p:pRg st="2" end="2"/>
                                            </p:txEl>
                                          </p:spTgt>
                                        </p:tgtEl>
                                        <p:attrNameLst>
                                          <p:attrName>style.visibility</p:attrName>
                                        </p:attrNameLst>
                                      </p:cBhvr>
                                      <p:to>
                                        <p:strVal val="visible"/>
                                      </p:to>
                                    </p:set>
                                    <p:animEffect transition="in" filter="fade">
                                      <p:cBhvr>
                                        <p:cTn id="13" dur="500"/>
                                        <p:tgtEl>
                                          <p:spTgt spid="308">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08">
                                            <p:txEl>
                                              <p:pRg st="3" end="3"/>
                                            </p:txEl>
                                          </p:spTgt>
                                        </p:tgtEl>
                                        <p:attrNameLst>
                                          <p:attrName>style.visibility</p:attrName>
                                        </p:attrNameLst>
                                      </p:cBhvr>
                                      <p:to>
                                        <p:strVal val="visible"/>
                                      </p:to>
                                    </p:set>
                                    <p:animEffect transition="in" filter="fade">
                                      <p:cBhvr>
                                        <p:cTn id="16" dur="500"/>
                                        <p:tgtEl>
                                          <p:spTgt spid="308">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08">
                                            <p:txEl>
                                              <p:pRg st="4" end="4"/>
                                            </p:txEl>
                                          </p:spTgt>
                                        </p:tgtEl>
                                        <p:attrNameLst>
                                          <p:attrName>style.visibility</p:attrName>
                                        </p:attrNameLst>
                                      </p:cBhvr>
                                      <p:to>
                                        <p:strVal val="visible"/>
                                      </p:to>
                                    </p:set>
                                    <p:animEffect transition="in" filter="fade">
                                      <p:cBhvr>
                                        <p:cTn id="19" dur="500"/>
                                        <p:tgtEl>
                                          <p:spTgt spid="308">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08">
                                            <p:txEl>
                                              <p:pRg st="5" end="5"/>
                                            </p:txEl>
                                          </p:spTgt>
                                        </p:tgtEl>
                                        <p:attrNameLst>
                                          <p:attrName>style.visibility</p:attrName>
                                        </p:attrNameLst>
                                      </p:cBhvr>
                                      <p:to>
                                        <p:strVal val="visible"/>
                                      </p:to>
                                    </p:set>
                                    <p:animEffect transition="in" filter="fade">
                                      <p:cBhvr>
                                        <p:cTn id="22" dur="500"/>
                                        <p:tgtEl>
                                          <p:spTgt spid="308">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08">
                                            <p:txEl>
                                              <p:pRg st="6" end="6"/>
                                            </p:txEl>
                                          </p:spTgt>
                                        </p:tgtEl>
                                        <p:attrNameLst>
                                          <p:attrName>style.visibility</p:attrName>
                                        </p:attrNameLst>
                                      </p:cBhvr>
                                      <p:to>
                                        <p:strVal val="visible"/>
                                      </p:to>
                                    </p:set>
                                    <p:animEffect transition="in" filter="fade">
                                      <p:cBhvr>
                                        <p:cTn id="25" dur="500"/>
                                        <p:tgtEl>
                                          <p:spTgt spid="308">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08">
                                            <p:txEl>
                                              <p:pRg st="7" end="7"/>
                                            </p:txEl>
                                          </p:spTgt>
                                        </p:tgtEl>
                                        <p:attrNameLst>
                                          <p:attrName>style.visibility</p:attrName>
                                        </p:attrNameLst>
                                      </p:cBhvr>
                                      <p:to>
                                        <p:strVal val="visible"/>
                                      </p:to>
                                    </p:set>
                                    <p:animEffect transition="in" filter="fade">
                                      <p:cBhvr>
                                        <p:cTn id="28" dur="500"/>
                                        <p:tgtEl>
                                          <p:spTgt spid="308">
                                            <p:txEl>
                                              <p:pRg st="7" end="7"/>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308">
                                            <p:txEl>
                                              <p:pRg st="8" end="8"/>
                                            </p:txEl>
                                          </p:spTgt>
                                        </p:tgtEl>
                                        <p:attrNameLst>
                                          <p:attrName>style.visibility</p:attrName>
                                        </p:attrNameLst>
                                      </p:cBhvr>
                                      <p:to>
                                        <p:strVal val="visible"/>
                                      </p:to>
                                    </p:set>
                                    <p:animEffect transition="in" filter="fade">
                                      <p:cBhvr>
                                        <p:cTn id="31" dur="500"/>
                                        <p:tgtEl>
                                          <p:spTgt spid="308">
                                            <p:txEl>
                                              <p:pRg st="8" end="8"/>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308">
                                            <p:txEl>
                                              <p:pRg st="9" end="9"/>
                                            </p:txEl>
                                          </p:spTgt>
                                        </p:tgtEl>
                                        <p:attrNameLst>
                                          <p:attrName>style.visibility</p:attrName>
                                        </p:attrNameLst>
                                      </p:cBhvr>
                                      <p:to>
                                        <p:strVal val="visible"/>
                                      </p:to>
                                    </p:set>
                                    <p:animEffect transition="in" filter="fade">
                                      <p:cBhvr>
                                        <p:cTn id="34" dur="500"/>
                                        <p:tgtEl>
                                          <p:spTgt spid="308">
                                            <p:txEl>
                                              <p:pRg st="9" end="9"/>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08">
                                            <p:txEl>
                                              <p:pRg st="10" end="10"/>
                                            </p:txEl>
                                          </p:spTgt>
                                        </p:tgtEl>
                                        <p:attrNameLst>
                                          <p:attrName>style.visibility</p:attrName>
                                        </p:attrNameLst>
                                      </p:cBhvr>
                                      <p:to>
                                        <p:strVal val="visible"/>
                                      </p:to>
                                    </p:set>
                                    <p:animEffect transition="in" filter="fade">
                                      <p:cBhvr>
                                        <p:cTn id="37" dur="500"/>
                                        <p:tgtEl>
                                          <p:spTgt spid="308">
                                            <p:txEl>
                                              <p:pRg st="10" end="10"/>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08">
                                            <p:txEl>
                                              <p:pRg st="11" end="11"/>
                                            </p:txEl>
                                          </p:spTgt>
                                        </p:tgtEl>
                                        <p:attrNameLst>
                                          <p:attrName>style.visibility</p:attrName>
                                        </p:attrNameLst>
                                      </p:cBhvr>
                                      <p:to>
                                        <p:strVal val="visible"/>
                                      </p:to>
                                    </p:set>
                                    <p:animEffect transition="in" filter="fade">
                                      <p:cBhvr>
                                        <p:cTn id="40" dur="500"/>
                                        <p:tgtEl>
                                          <p:spTgt spid="308">
                                            <p:txEl>
                                              <p:pRg st="11" end="11"/>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308">
                                            <p:txEl>
                                              <p:pRg st="12" end="12"/>
                                            </p:txEl>
                                          </p:spTgt>
                                        </p:tgtEl>
                                        <p:attrNameLst>
                                          <p:attrName>style.visibility</p:attrName>
                                        </p:attrNameLst>
                                      </p:cBhvr>
                                      <p:to>
                                        <p:strVal val="visible"/>
                                      </p:to>
                                    </p:set>
                                    <p:animEffect transition="in" filter="fade">
                                      <p:cBhvr>
                                        <p:cTn id="43" dur="500"/>
                                        <p:tgtEl>
                                          <p:spTgt spid="308">
                                            <p:txEl>
                                              <p:pRg st="12" end="12"/>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308">
                                            <p:txEl>
                                              <p:pRg st="13" end="13"/>
                                            </p:txEl>
                                          </p:spTgt>
                                        </p:tgtEl>
                                        <p:attrNameLst>
                                          <p:attrName>style.visibility</p:attrName>
                                        </p:attrNameLst>
                                      </p:cBhvr>
                                      <p:to>
                                        <p:strVal val="visible"/>
                                      </p:to>
                                    </p:set>
                                    <p:animEffect transition="in" filter="fade">
                                      <p:cBhvr>
                                        <p:cTn id="46" dur="500"/>
                                        <p:tgtEl>
                                          <p:spTgt spid="308">
                                            <p:txEl>
                                              <p:pRg st="13" end="13"/>
                                            </p:txEl>
                                          </p:spTgt>
                                        </p:tgtEl>
                                      </p:cBhvr>
                                    </p:animEffect>
                                  </p:childTnLst>
                                </p:cTn>
                              </p:par>
                              <p:par>
                                <p:cTn id="47" presetID="10" presetClass="entr" presetSubtype="0" fill="hold" nodeType="withEffect">
                                  <p:stCondLst>
                                    <p:cond delay="0"/>
                                  </p:stCondLst>
                                  <p:childTnLst>
                                    <p:set>
                                      <p:cBhvr>
                                        <p:cTn id="48" dur="1" fill="hold">
                                          <p:stCondLst>
                                            <p:cond delay="0"/>
                                          </p:stCondLst>
                                        </p:cTn>
                                        <p:tgtEl>
                                          <p:spTgt spid="308">
                                            <p:txEl>
                                              <p:pRg st="14" end="14"/>
                                            </p:txEl>
                                          </p:spTgt>
                                        </p:tgtEl>
                                        <p:attrNameLst>
                                          <p:attrName>style.visibility</p:attrName>
                                        </p:attrNameLst>
                                      </p:cBhvr>
                                      <p:to>
                                        <p:strVal val="visible"/>
                                      </p:to>
                                    </p:set>
                                    <p:animEffect transition="in" filter="fade">
                                      <p:cBhvr>
                                        <p:cTn id="49" dur="500"/>
                                        <p:tgtEl>
                                          <p:spTgt spid="308">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CEE9F8"/>
            </a:gs>
          </a:gsLst>
          <a:path path="circle">
            <a:fillToRect l="50000" t="50000" r="50000" b="50000"/>
          </a:path>
          <a:tileRect/>
        </a:gradFill>
        <a:effectLst/>
      </p:bgPr>
    </p:bg>
    <p:spTree>
      <p:nvGrpSpPr>
        <p:cNvPr id="1" name="Shape 315"/>
        <p:cNvGrpSpPr/>
        <p:nvPr/>
      </p:nvGrpSpPr>
      <p:grpSpPr>
        <a:xfrm>
          <a:off x="0" y="0"/>
          <a:ext cx="0" cy="0"/>
          <a:chOff x="0" y="0"/>
          <a:chExt cx="0" cy="0"/>
        </a:xfrm>
      </p:grpSpPr>
      <p:sp>
        <p:nvSpPr>
          <p:cNvPr id="316" name="Google Shape;316;p9"/>
          <p:cNvSpPr txBox="1"/>
          <p:nvPr/>
        </p:nvSpPr>
        <p:spPr>
          <a:xfrm>
            <a:off x="1953390" y="285728"/>
            <a:ext cx="3512338" cy="1281112"/>
          </a:xfrm>
          <a:prstGeom prst="rect">
            <a:avLst/>
          </a:prstGeom>
          <a:noFill/>
          <a:ln>
            <a:noFill/>
          </a:ln>
        </p:spPr>
        <p:txBody>
          <a:bodyPr spcFirstLastPara="1" wrap="square" lIns="0" tIns="11150" rIns="0" bIns="0" anchor="ctr" anchorCtr="0">
            <a:noAutofit/>
          </a:bodyPr>
          <a:lstStyle/>
          <a:p>
            <a:pPr marL="342900" marR="0" lvl="0" indent="-334963" algn="l" rtl="0">
              <a:lnSpc>
                <a:spcPct val="98000"/>
              </a:lnSpc>
              <a:spcBef>
                <a:spcPts val="0"/>
              </a:spcBef>
              <a:spcAft>
                <a:spcPts val="0"/>
              </a:spcAft>
              <a:buClr>
                <a:srgbClr val="262626"/>
              </a:buClr>
              <a:buSzPts val="4400"/>
              <a:buFont typeface="Times New Roman"/>
              <a:buNone/>
            </a:pPr>
            <a:r>
              <a:rPr lang="es-AR" sz="4400" b="0" i="0" u="none" strike="noStrike" cap="none">
                <a:solidFill>
                  <a:srgbClr val="262626"/>
                </a:solidFill>
                <a:latin typeface="Century Gothic"/>
                <a:ea typeface="Century Gothic"/>
                <a:cs typeface="Century Gothic"/>
                <a:sym typeface="Century Gothic"/>
              </a:rPr>
              <a:t>Técnicas</a:t>
            </a:r>
            <a:endParaRPr sz="4400" b="0" i="0" u="none" strike="noStrike" cap="none">
              <a:solidFill>
                <a:srgbClr val="262626"/>
              </a:solidFill>
              <a:latin typeface="Century Gothic"/>
              <a:ea typeface="Century Gothic"/>
              <a:cs typeface="Century Gothic"/>
              <a:sym typeface="Century Gothic"/>
            </a:endParaRPr>
          </a:p>
        </p:txBody>
      </p:sp>
      <p:sp>
        <p:nvSpPr>
          <p:cNvPr id="317" name="Google Shape;317;p9"/>
          <p:cNvSpPr txBox="1"/>
          <p:nvPr/>
        </p:nvSpPr>
        <p:spPr>
          <a:xfrm>
            <a:off x="503238" y="792163"/>
            <a:ext cx="779462" cy="365125"/>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entury Gothic"/>
                <a:ea typeface="Century Gothic"/>
                <a:cs typeface="Century Gothic"/>
                <a:sym typeface="Century Gothic"/>
              </a:rPr>
              <a:t>9</a:t>
            </a:fld>
            <a:endParaRPr sz="1800" b="0" i="0" u="none" strike="noStrike" cap="none">
              <a:solidFill>
                <a:srgbClr val="000000"/>
              </a:solidFill>
              <a:latin typeface="Century Gothic"/>
              <a:ea typeface="Century Gothic"/>
              <a:cs typeface="Century Gothic"/>
              <a:sym typeface="Century Gothic"/>
            </a:endParaRPr>
          </a:p>
        </p:txBody>
      </p:sp>
      <p:sp>
        <p:nvSpPr>
          <p:cNvPr id="318" name="Google Shape;318;p9"/>
          <p:cNvSpPr txBox="1"/>
          <p:nvPr/>
        </p:nvSpPr>
        <p:spPr>
          <a:xfrm>
            <a:off x="1597024" y="1373188"/>
            <a:ext cx="10429124" cy="5127646"/>
          </a:xfrm>
          <a:prstGeom prst="rect">
            <a:avLst/>
          </a:prstGeom>
          <a:noFill/>
          <a:ln>
            <a:noFill/>
          </a:ln>
        </p:spPr>
        <p:txBody>
          <a:bodyPr spcFirstLastPara="1" wrap="square" lIns="90000" tIns="45000" rIns="90000" bIns="45000" anchor="t" anchorCtr="0">
            <a:noAutofit/>
          </a:bodyPr>
          <a:lstStyle/>
          <a:p>
            <a:pPr marL="739775" marR="0" lvl="1" indent="-566738" algn="l" rtl="0">
              <a:lnSpc>
                <a:spcPct val="93000"/>
              </a:lnSpc>
              <a:spcBef>
                <a:spcPts val="0"/>
              </a:spcBef>
              <a:spcAft>
                <a:spcPts val="0"/>
              </a:spcAft>
              <a:buClr>
                <a:srgbClr val="000000"/>
              </a:buClr>
              <a:buSzPts val="2800"/>
              <a:buFont typeface="Noto Sans Symbols"/>
              <a:buChar char="⮚"/>
            </a:pPr>
            <a:r>
              <a:rPr lang="es-AR" sz="2800" b="1" i="0" u="none" strike="noStrike" cap="none">
                <a:solidFill>
                  <a:srgbClr val="262626"/>
                </a:solidFill>
                <a:latin typeface="Century Gothic"/>
                <a:ea typeface="Century Gothic"/>
                <a:cs typeface="Century Gothic"/>
                <a:sym typeface="Century Gothic"/>
              </a:rPr>
              <a:t>Recuperación de espacio</a:t>
            </a:r>
            <a:r>
              <a:rPr lang="es-AR" sz="2800" b="0" i="0" u="none" strike="noStrike" cap="none">
                <a:solidFill>
                  <a:srgbClr val="262626"/>
                </a:solidFill>
                <a:latin typeface="Century Gothic"/>
                <a:ea typeface="Century Gothic"/>
                <a:cs typeface="Century Gothic"/>
                <a:sym typeface="Century Gothic"/>
              </a:rPr>
              <a:t>: Se utiliza el proceso de baja física periódicamente para realizar un proceso de </a:t>
            </a:r>
            <a:r>
              <a:rPr lang="es-AR" sz="2800" b="1" i="0" u="none" strike="noStrike" cap="none">
                <a:solidFill>
                  <a:srgbClr val="0070C0"/>
                </a:solidFill>
                <a:latin typeface="Century Gothic"/>
                <a:ea typeface="Century Gothic"/>
                <a:cs typeface="Century Gothic"/>
                <a:sym typeface="Century Gothic"/>
              </a:rPr>
              <a:t>compactación del archivo.</a:t>
            </a:r>
            <a:endParaRPr sz="1400" b="0" i="0" u="none" strike="noStrike" cap="none">
              <a:solidFill>
                <a:srgbClr val="000000"/>
              </a:solidFill>
              <a:latin typeface="Arial"/>
              <a:ea typeface="Arial"/>
              <a:cs typeface="Arial"/>
              <a:sym typeface="Arial"/>
            </a:endParaRPr>
          </a:p>
          <a:p>
            <a:pPr marL="739775" marR="0" lvl="1" indent="-104775" algn="l" rtl="0">
              <a:lnSpc>
                <a:spcPct val="93000"/>
              </a:lnSpc>
              <a:spcBef>
                <a:spcPts val="0"/>
              </a:spcBef>
              <a:spcAft>
                <a:spcPts val="0"/>
              </a:spcAft>
              <a:buClr>
                <a:srgbClr val="000000"/>
              </a:buClr>
              <a:buSzPts val="2800"/>
              <a:buFont typeface="Noto Sans Symbols"/>
              <a:buNone/>
            </a:pPr>
            <a:endParaRPr sz="2800" b="0" i="0" u="none" strike="noStrike" cap="none">
              <a:solidFill>
                <a:srgbClr val="262626"/>
              </a:solidFill>
              <a:latin typeface="Century Gothic"/>
              <a:ea typeface="Century Gothic"/>
              <a:cs typeface="Century Gothic"/>
              <a:sym typeface="Century Gothic"/>
            </a:endParaRPr>
          </a:p>
          <a:p>
            <a:pPr marL="739775" marR="0" lvl="1" indent="-104775" algn="l" rtl="0">
              <a:lnSpc>
                <a:spcPct val="93000"/>
              </a:lnSpc>
              <a:spcBef>
                <a:spcPts val="0"/>
              </a:spcBef>
              <a:spcAft>
                <a:spcPts val="0"/>
              </a:spcAft>
              <a:buClr>
                <a:srgbClr val="000000"/>
              </a:buClr>
              <a:buSzPts val="2800"/>
              <a:buFont typeface="Noto Sans Symbols"/>
              <a:buNone/>
            </a:pPr>
            <a:endParaRPr sz="2800" b="0" i="0" u="none" strike="noStrike" cap="none">
              <a:solidFill>
                <a:srgbClr val="262626"/>
              </a:solidFill>
              <a:latin typeface="Century Gothic"/>
              <a:ea typeface="Century Gothic"/>
              <a:cs typeface="Century Gothic"/>
              <a:sym typeface="Century Gothic"/>
            </a:endParaRPr>
          </a:p>
          <a:p>
            <a:pPr marL="739775" marR="0" lvl="1" indent="-104775" algn="l" rtl="0">
              <a:lnSpc>
                <a:spcPct val="93000"/>
              </a:lnSpc>
              <a:spcBef>
                <a:spcPts val="0"/>
              </a:spcBef>
              <a:spcAft>
                <a:spcPts val="0"/>
              </a:spcAft>
              <a:buClr>
                <a:srgbClr val="000000"/>
              </a:buClr>
              <a:buSzPts val="2800"/>
              <a:buFont typeface="Noto Sans Symbols"/>
              <a:buNone/>
            </a:pPr>
            <a:endParaRPr sz="2800" b="0" i="0" u="none" strike="noStrike" cap="none">
              <a:solidFill>
                <a:srgbClr val="262626"/>
              </a:solidFill>
              <a:latin typeface="Century Gothic"/>
              <a:ea typeface="Century Gothic"/>
              <a:cs typeface="Century Gothic"/>
              <a:sym typeface="Century Gothic"/>
            </a:endParaRPr>
          </a:p>
          <a:p>
            <a:pPr marL="739775" marR="0" lvl="1" indent="-104775" algn="l" rtl="0">
              <a:lnSpc>
                <a:spcPct val="93000"/>
              </a:lnSpc>
              <a:spcBef>
                <a:spcPts val="0"/>
              </a:spcBef>
              <a:spcAft>
                <a:spcPts val="0"/>
              </a:spcAft>
              <a:buClr>
                <a:srgbClr val="000000"/>
              </a:buClr>
              <a:buSzPts val="2800"/>
              <a:buFont typeface="Noto Sans Symbols"/>
              <a:buNone/>
            </a:pPr>
            <a:endParaRPr sz="2800" b="0" i="0" u="none" strike="noStrike" cap="none">
              <a:solidFill>
                <a:srgbClr val="262626"/>
              </a:solidFill>
              <a:latin typeface="Century Gothic"/>
              <a:ea typeface="Century Gothic"/>
              <a:cs typeface="Century Gothic"/>
              <a:sym typeface="Century Gothic"/>
            </a:endParaRPr>
          </a:p>
          <a:p>
            <a:pPr marL="739775" marR="0" lvl="1" indent="-104775" algn="l" rtl="0">
              <a:lnSpc>
                <a:spcPct val="93000"/>
              </a:lnSpc>
              <a:spcBef>
                <a:spcPts val="0"/>
              </a:spcBef>
              <a:spcAft>
                <a:spcPts val="0"/>
              </a:spcAft>
              <a:buClr>
                <a:srgbClr val="000000"/>
              </a:buClr>
              <a:buSzPts val="2800"/>
              <a:buFont typeface="Noto Sans Symbols"/>
              <a:buNone/>
            </a:pPr>
            <a:endParaRPr sz="2800" b="0" i="0" u="none" strike="noStrike" cap="none">
              <a:solidFill>
                <a:srgbClr val="262626"/>
              </a:solidFill>
              <a:latin typeface="Century Gothic"/>
              <a:ea typeface="Century Gothic"/>
              <a:cs typeface="Century Gothic"/>
              <a:sym typeface="Century Gothic"/>
            </a:endParaRPr>
          </a:p>
          <a:p>
            <a:pPr marL="739775" marR="0" lvl="1" indent="-104775" algn="l" rtl="0">
              <a:lnSpc>
                <a:spcPct val="93000"/>
              </a:lnSpc>
              <a:spcBef>
                <a:spcPts val="0"/>
              </a:spcBef>
              <a:spcAft>
                <a:spcPts val="0"/>
              </a:spcAft>
              <a:buClr>
                <a:srgbClr val="000000"/>
              </a:buClr>
              <a:buSzPts val="2800"/>
              <a:buFont typeface="Noto Sans Symbols"/>
              <a:buNone/>
            </a:pPr>
            <a:endParaRPr sz="2800" b="0" i="0" u="none" strike="noStrike" cap="none">
              <a:solidFill>
                <a:srgbClr val="262626"/>
              </a:solidFill>
              <a:latin typeface="Century Gothic"/>
              <a:ea typeface="Century Gothic"/>
              <a:cs typeface="Century Gothic"/>
              <a:sym typeface="Century Gothic"/>
            </a:endParaRPr>
          </a:p>
          <a:p>
            <a:pPr marL="739775" marR="0" lvl="1" indent="-566738" algn="l" rtl="0">
              <a:lnSpc>
                <a:spcPct val="93000"/>
              </a:lnSpc>
              <a:spcBef>
                <a:spcPts val="0"/>
              </a:spcBef>
              <a:spcAft>
                <a:spcPts val="0"/>
              </a:spcAft>
              <a:buClr>
                <a:srgbClr val="000000"/>
              </a:buClr>
              <a:buSzPts val="2800"/>
              <a:buFont typeface="Noto Sans Symbols"/>
              <a:buChar char="⮚"/>
            </a:pPr>
            <a:r>
              <a:rPr lang="es-AR" sz="2800" b="1" i="0" u="none" strike="noStrike" cap="none">
                <a:solidFill>
                  <a:srgbClr val="262626"/>
                </a:solidFill>
                <a:latin typeface="Century Gothic"/>
                <a:ea typeface="Century Gothic"/>
                <a:cs typeface="Century Gothic"/>
                <a:sym typeface="Century Gothic"/>
              </a:rPr>
              <a:t>Reasignación de espacio</a:t>
            </a:r>
            <a:r>
              <a:rPr lang="es-AR" sz="2800" b="0" i="0" u="none" strike="noStrike" cap="none">
                <a:solidFill>
                  <a:srgbClr val="262626"/>
                </a:solidFill>
                <a:latin typeface="Century Gothic"/>
                <a:ea typeface="Century Gothic"/>
                <a:cs typeface="Century Gothic"/>
                <a:sym typeface="Century Gothic"/>
              </a:rPr>
              <a:t>:  Recupera el espacio utilizando los lugares indicados como eliminados para el ingreso de nuevos elementos al archivo (altas).</a:t>
            </a:r>
            <a:endParaRPr sz="2800" b="0" i="0" u="none" strike="noStrike" cap="none">
              <a:solidFill>
                <a:srgbClr val="262626"/>
              </a:solidFill>
              <a:latin typeface="Century Gothic"/>
              <a:ea typeface="Century Gothic"/>
              <a:cs typeface="Century Gothic"/>
              <a:sym typeface="Century Gothic"/>
            </a:endParaRPr>
          </a:p>
        </p:txBody>
      </p:sp>
      <p:sp>
        <p:nvSpPr>
          <p:cNvPr id="319" name="Google Shape;319;p9"/>
          <p:cNvSpPr/>
          <p:nvPr/>
        </p:nvSpPr>
        <p:spPr>
          <a:xfrm>
            <a:off x="5453852" y="2786058"/>
            <a:ext cx="6215106" cy="1695336"/>
          </a:xfrm>
          <a:prstGeom prst="rect">
            <a:avLst/>
          </a:prstGeom>
          <a:noFill/>
          <a:ln>
            <a:noFill/>
          </a:ln>
        </p:spPr>
        <p:txBody>
          <a:bodyPr spcFirstLastPara="1" wrap="square" lIns="91425" tIns="45700" rIns="91425" bIns="45700" anchor="t" anchorCtr="0">
            <a:spAutoFit/>
          </a:bodyPr>
          <a:lstStyle/>
          <a:p>
            <a:pPr marL="0" marR="0" lvl="0" indent="0" algn="ctr" rtl="0">
              <a:lnSpc>
                <a:spcPct val="93000"/>
              </a:lnSpc>
              <a:spcBef>
                <a:spcPts val="0"/>
              </a:spcBef>
              <a:spcAft>
                <a:spcPts val="0"/>
              </a:spcAft>
              <a:buClr>
                <a:srgbClr val="000000"/>
              </a:buClr>
              <a:buSzPts val="2800"/>
              <a:buFont typeface="Arial"/>
              <a:buNone/>
            </a:pPr>
            <a:r>
              <a:rPr lang="es-AR" sz="2800" b="0" i="0" u="none" strike="noStrike" cap="none">
                <a:solidFill>
                  <a:srgbClr val="0070C0"/>
                </a:solidFill>
                <a:latin typeface="Century Gothic"/>
                <a:ea typeface="Century Gothic"/>
                <a:cs typeface="Century Gothic"/>
                <a:sym typeface="Century Gothic"/>
              </a:rPr>
              <a:t>Quita los registros marcados como eliminados, utilizando cualquiera de los algoritmos vistos para baja física.</a:t>
            </a:r>
            <a:endParaRPr sz="2800" b="0" i="0" u="none" strike="noStrike" cap="none">
              <a:solidFill>
                <a:srgbClr val="0070C0"/>
              </a:solidFill>
              <a:latin typeface="Century Gothic"/>
              <a:ea typeface="Century Gothic"/>
              <a:cs typeface="Century Gothic"/>
              <a:sym typeface="Century Gothic"/>
            </a:endParaRPr>
          </a:p>
        </p:txBody>
      </p:sp>
      <p:cxnSp>
        <p:nvCxnSpPr>
          <p:cNvPr id="320" name="Google Shape;320;p9"/>
          <p:cNvCxnSpPr/>
          <p:nvPr/>
        </p:nvCxnSpPr>
        <p:spPr>
          <a:xfrm>
            <a:off x="4025092" y="2643182"/>
            <a:ext cx="1285800" cy="714300"/>
          </a:xfrm>
          <a:prstGeom prst="curvedConnector3">
            <a:avLst>
              <a:gd name="adj1" fmla="val 4993"/>
            </a:avLst>
          </a:prstGeom>
          <a:solidFill>
            <a:srgbClr val="00B8FF"/>
          </a:solidFill>
          <a:ln w="57150" cap="flat" cmpd="sng">
            <a:solidFill>
              <a:srgbClr val="0070C0"/>
            </a:solidFill>
            <a:prstDash val="solid"/>
            <a:round/>
            <a:headEnd type="none" w="sm" len="sm"/>
            <a:tailEnd type="stealth" w="med" len="med"/>
          </a:ln>
          <a:effectLst>
            <a:outerShdw blurRad="50800" dist="38100" dir="8100000" algn="tr" rotWithShape="0">
              <a:srgbClr val="000000">
                <a:alpha val="40000"/>
              </a:srgbClr>
            </a:outerShdw>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18">
                                            <p:txEl>
                                              <p:pRg st="0" end="0"/>
                                            </p:txEl>
                                          </p:spTgt>
                                        </p:tgtEl>
                                        <p:attrNameLst>
                                          <p:attrName>style.visibility</p:attrName>
                                        </p:attrNameLst>
                                      </p:cBhvr>
                                      <p:to>
                                        <p:strVal val="visible"/>
                                      </p:to>
                                    </p:set>
                                    <p:animEffect transition="in" filter="fade">
                                      <p:cBhvr>
                                        <p:cTn id="7" dur="500"/>
                                        <p:tgtEl>
                                          <p:spTgt spid="318">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18">
                                            <p:txEl>
                                              <p:pRg st="1" end="1"/>
                                            </p:txEl>
                                          </p:spTgt>
                                        </p:tgtEl>
                                        <p:attrNameLst>
                                          <p:attrName>style.visibility</p:attrName>
                                        </p:attrNameLst>
                                      </p:cBhvr>
                                      <p:to>
                                        <p:strVal val="visible"/>
                                      </p:to>
                                    </p:set>
                                    <p:animEffect transition="in" filter="fade">
                                      <p:cBhvr>
                                        <p:cTn id="10" dur="500"/>
                                        <p:tgtEl>
                                          <p:spTgt spid="318">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18">
                                            <p:txEl>
                                              <p:pRg st="2" end="2"/>
                                            </p:txEl>
                                          </p:spTgt>
                                        </p:tgtEl>
                                        <p:attrNameLst>
                                          <p:attrName>style.visibility</p:attrName>
                                        </p:attrNameLst>
                                      </p:cBhvr>
                                      <p:to>
                                        <p:strVal val="visible"/>
                                      </p:to>
                                    </p:set>
                                    <p:animEffect transition="in" filter="fade">
                                      <p:cBhvr>
                                        <p:cTn id="13" dur="500"/>
                                        <p:tgtEl>
                                          <p:spTgt spid="318">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18">
                                            <p:txEl>
                                              <p:pRg st="3" end="3"/>
                                            </p:txEl>
                                          </p:spTgt>
                                        </p:tgtEl>
                                        <p:attrNameLst>
                                          <p:attrName>style.visibility</p:attrName>
                                        </p:attrNameLst>
                                      </p:cBhvr>
                                      <p:to>
                                        <p:strVal val="visible"/>
                                      </p:to>
                                    </p:set>
                                    <p:animEffect transition="in" filter="fade">
                                      <p:cBhvr>
                                        <p:cTn id="16" dur="500"/>
                                        <p:tgtEl>
                                          <p:spTgt spid="318">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18">
                                            <p:txEl>
                                              <p:pRg st="4" end="4"/>
                                            </p:txEl>
                                          </p:spTgt>
                                        </p:tgtEl>
                                        <p:attrNameLst>
                                          <p:attrName>style.visibility</p:attrName>
                                        </p:attrNameLst>
                                      </p:cBhvr>
                                      <p:to>
                                        <p:strVal val="visible"/>
                                      </p:to>
                                    </p:set>
                                    <p:animEffect transition="in" filter="fade">
                                      <p:cBhvr>
                                        <p:cTn id="19" dur="500"/>
                                        <p:tgtEl>
                                          <p:spTgt spid="318">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18">
                                            <p:txEl>
                                              <p:pRg st="5" end="5"/>
                                            </p:txEl>
                                          </p:spTgt>
                                        </p:tgtEl>
                                        <p:attrNameLst>
                                          <p:attrName>style.visibility</p:attrName>
                                        </p:attrNameLst>
                                      </p:cBhvr>
                                      <p:to>
                                        <p:strVal val="visible"/>
                                      </p:to>
                                    </p:set>
                                    <p:animEffect transition="in" filter="fade">
                                      <p:cBhvr>
                                        <p:cTn id="22" dur="500"/>
                                        <p:tgtEl>
                                          <p:spTgt spid="318">
                                            <p:txEl>
                                              <p:pRg st="5" end="5"/>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18">
                                            <p:txEl>
                                              <p:pRg st="6" end="6"/>
                                            </p:txEl>
                                          </p:spTgt>
                                        </p:tgtEl>
                                        <p:attrNameLst>
                                          <p:attrName>style.visibility</p:attrName>
                                        </p:attrNameLst>
                                      </p:cBhvr>
                                      <p:to>
                                        <p:strVal val="visible"/>
                                      </p:to>
                                    </p:set>
                                    <p:animEffect transition="in" filter="fade">
                                      <p:cBhvr>
                                        <p:cTn id="25" dur="500"/>
                                        <p:tgtEl>
                                          <p:spTgt spid="318">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18">
                                            <p:txEl>
                                              <p:pRg st="7" end="7"/>
                                            </p:txEl>
                                          </p:spTgt>
                                        </p:tgtEl>
                                        <p:attrNameLst>
                                          <p:attrName>style.visibility</p:attrName>
                                        </p:attrNameLst>
                                      </p:cBhvr>
                                      <p:to>
                                        <p:strVal val="visible"/>
                                      </p:to>
                                    </p:set>
                                    <p:animEffect transition="in" filter="fade">
                                      <p:cBhvr>
                                        <p:cTn id="28" dur="500"/>
                                        <p:tgtEl>
                                          <p:spTgt spid="318">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20"/>
                                        </p:tgtEl>
                                        <p:attrNameLst>
                                          <p:attrName>style.visibility</p:attrName>
                                        </p:attrNameLst>
                                      </p:cBhvr>
                                      <p:to>
                                        <p:strVal val="visible"/>
                                      </p:to>
                                    </p:set>
                                    <p:animEffect transition="in" filter="fade">
                                      <p:cBhvr>
                                        <p:cTn id="33" dur="1000"/>
                                        <p:tgtEl>
                                          <p:spTgt spid="320"/>
                                        </p:tgtEl>
                                      </p:cBhvr>
                                    </p:animEffect>
                                  </p:childTnLst>
                                </p:cTn>
                              </p:par>
                              <p:par>
                                <p:cTn id="34" presetID="10" presetClass="entr" presetSubtype="0" fill="hold" nodeType="withEffect">
                                  <p:stCondLst>
                                    <p:cond delay="0"/>
                                  </p:stCondLst>
                                  <p:childTnLst>
                                    <p:set>
                                      <p:cBhvr>
                                        <p:cTn id="35" dur="1" fill="hold">
                                          <p:stCondLst>
                                            <p:cond delay="0"/>
                                          </p:stCondLst>
                                        </p:cTn>
                                        <p:tgtEl>
                                          <p:spTgt spid="319"/>
                                        </p:tgtEl>
                                        <p:attrNameLst>
                                          <p:attrName>style.visibility</p:attrName>
                                        </p:attrNameLst>
                                      </p:cBhvr>
                                      <p:to>
                                        <p:strVal val="visible"/>
                                      </p:to>
                                    </p:set>
                                    <p:animEffect transition="in" filter="fade">
                                      <p:cBhvr>
                                        <p:cTn id="36" dur="1000"/>
                                        <p:tgtEl>
                                          <p:spTgt spid="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CEE9F8"/>
            </a:gs>
          </a:gsLst>
          <a:path path="circle">
            <a:fillToRect l="50000" t="50000" r="50000" b="50000"/>
          </a:path>
          <a:tileRect/>
        </a:gradFill>
        <a:effectLst/>
      </p:bgPr>
    </p:bg>
    <p:spTree>
      <p:nvGrpSpPr>
        <p:cNvPr id="1" name="Shape 326"/>
        <p:cNvGrpSpPr/>
        <p:nvPr/>
      </p:nvGrpSpPr>
      <p:grpSpPr>
        <a:xfrm>
          <a:off x="0" y="0"/>
          <a:ext cx="0" cy="0"/>
          <a:chOff x="0" y="0"/>
          <a:chExt cx="0" cy="0"/>
        </a:xfrm>
      </p:grpSpPr>
      <p:sp>
        <p:nvSpPr>
          <p:cNvPr id="327" name="Google Shape;327;p10"/>
          <p:cNvSpPr txBox="1"/>
          <p:nvPr/>
        </p:nvSpPr>
        <p:spPr>
          <a:xfrm>
            <a:off x="1737554" y="147624"/>
            <a:ext cx="9359900" cy="1281112"/>
          </a:xfrm>
          <a:prstGeom prst="rect">
            <a:avLst/>
          </a:prstGeom>
          <a:noFill/>
          <a:ln>
            <a:noFill/>
          </a:ln>
        </p:spPr>
        <p:txBody>
          <a:bodyPr spcFirstLastPara="1" wrap="square" lIns="0" tIns="11150" rIns="0" bIns="0" anchor="ctr" anchorCtr="0">
            <a:noAutofit/>
          </a:bodyPr>
          <a:lstStyle/>
          <a:p>
            <a:pPr marL="0" marR="0" lvl="0" indent="0" algn="l" rtl="0">
              <a:lnSpc>
                <a:spcPct val="93000"/>
              </a:lnSpc>
              <a:spcBef>
                <a:spcPts val="0"/>
              </a:spcBef>
              <a:spcAft>
                <a:spcPts val="0"/>
              </a:spcAft>
              <a:buClr>
                <a:srgbClr val="262626"/>
              </a:buClr>
              <a:buSzPts val="4000"/>
              <a:buFont typeface="Times New Roman"/>
              <a:buNone/>
            </a:pPr>
            <a:r>
              <a:rPr lang="es-AR" sz="4000" b="0" i="0" u="none" strike="noStrike" cap="none" dirty="0">
                <a:solidFill>
                  <a:srgbClr val="262626"/>
                </a:solidFill>
                <a:latin typeface="Century Gothic"/>
                <a:ea typeface="Century Gothic"/>
                <a:cs typeface="Century Gothic"/>
                <a:sym typeface="Century Gothic"/>
              </a:rPr>
              <a:t>Ejemplo Reasignación de espacio</a:t>
            </a:r>
            <a:endParaRPr sz="1400" b="0" i="0" u="none" strike="noStrike" cap="none" dirty="0">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7F7F7F"/>
              </a:buClr>
              <a:buSzPts val="3200"/>
              <a:buFont typeface="Times New Roman"/>
              <a:buNone/>
            </a:pPr>
            <a:r>
              <a:rPr lang="es-AR" sz="3200" b="0" i="0" u="none" strike="noStrike" cap="none" dirty="0">
                <a:solidFill>
                  <a:srgbClr val="7F7F7F"/>
                </a:solidFill>
                <a:latin typeface="Century Gothic"/>
                <a:ea typeface="Century Gothic"/>
                <a:cs typeface="Century Gothic"/>
                <a:sym typeface="Century Gothic"/>
              </a:rPr>
              <a:t>Marca de eliminado</a:t>
            </a:r>
            <a:endParaRPr sz="3200" b="0" i="0" u="none" strike="noStrike" cap="none" dirty="0">
              <a:solidFill>
                <a:srgbClr val="7F7F7F"/>
              </a:solidFill>
              <a:latin typeface="Century Gothic"/>
              <a:ea typeface="Century Gothic"/>
              <a:cs typeface="Century Gothic"/>
              <a:sym typeface="Century Gothic"/>
            </a:endParaRPr>
          </a:p>
        </p:txBody>
      </p:sp>
      <p:sp>
        <p:nvSpPr>
          <p:cNvPr id="328" name="Google Shape;328;p10"/>
          <p:cNvSpPr txBox="1"/>
          <p:nvPr/>
        </p:nvSpPr>
        <p:spPr>
          <a:xfrm>
            <a:off x="503238" y="792163"/>
            <a:ext cx="779462" cy="365125"/>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entury Gothic"/>
                <a:ea typeface="Century Gothic"/>
                <a:cs typeface="Century Gothic"/>
                <a:sym typeface="Century Gothic"/>
              </a:rPr>
              <a:t>10</a:t>
            </a:fld>
            <a:endParaRPr sz="1800" b="0" i="0" u="none" strike="noStrike" cap="none">
              <a:solidFill>
                <a:srgbClr val="000000"/>
              </a:solidFill>
              <a:latin typeface="Century Gothic"/>
              <a:ea typeface="Century Gothic"/>
              <a:cs typeface="Century Gothic"/>
              <a:sym typeface="Century Gothic"/>
            </a:endParaRPr>
          </a:p>
        </p:txBody>
      </p:sp>
      <p:grpSp>
        <p:nvGrpSpPr>
          <p:cNvPr id="329" name="Google Shape;329;p10"/>
          <p:cNvGrpSpPr/>
          <p:nvPr/>
        </p:nvGrpSpPr>
        <p:grpSpPr>
          <a:xfrm>
            <a:off x="2024828" y="2285198"/>
            <a:ext cx="8215370" cy="1000926"/>
            <a:chOff x="2024828" y="2285198"/>
            <a:chExt cx="8215370" cy="1000926"/>
          </a:xfrm>
        </p:grpSpPr>
        <p:sp>
          <p:nvSpPr>
            <p:cNvPr id="330" name="Google Shape;330;p10"/>
            <p:cNvSpPr/>
            <p:nvPr/>
          </p:nvSpPr>
          <p:spPr>
            <a:xfrm>
              <a:off x="2024828" y="2285198"/>
              <a:ext cx="8215370" cy="1000132"/>
            </a:xfrm>
            <a:prstGeom prst="rect">
              <a:avLst/>
            </a:prstGeom>
            <a:solidFill>
              <a:srgbClr val="CBEDDE"/>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cxnSp>
          <p:nvCxnSpPr>
            <p:cNvPr id="331" name="Google Shape;331;p10"/>
            <p:cNvCxnSpPr/>
            <p:nvPr/>
          </p:nvCxnSpPr>
          <p:spPr>
            <a:xfrm rot="5400000">
              <a:off x="2453456" y="2785264"/>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32" name="Google Shape;332;p10"/>
            <p:cNvCxnSpPr/>
            <p:nvPr/>
          </p:nvCxnSpPr>
          <p:spPr>
            <a:xfrm rot="5400000">
              <a:off x="3382944"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33" name="Google Shape;333;p10"/>
            <p:cNvCxnSpPr/>
            <p:nvPr/>
          </p:nvCxnSpPr>
          <p:spPr>
            <a:xfrm rot="5400000">
              <a:off x="4311638"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34" name="Google Shape;334;p10"/>
            <p:cNvCxnSpPr/>
            <p:nvPr/>
          </p:nvCxnSpPr>
          <p:spPr>
            <a:xfrm rot="5400000">
              <a:off x="5240332"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35" name="Google Shape;335;p10"/>
            <p:cNvCxnSpPr/>
            <p:nvPr/>
          </p:nvCxnSpPr>
          <p:spPr>
            <a:xfrm rot="5400000">
              <a:off x="6167438"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36" name="Google Shape;336;p10"/>
            <p:cNvCxnSpPr/>
            <p:nvPr/>
          </p:nvCxnSpPr>
          <p:spPr>
            <a:xfrm rot="5400000">
              <a:off x="7097720"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37" name="Google Shape;337;p10"/>
            <p:cNvCxnSpPr/>
            <p:nvPr/>
          </p:nvCxnSpPr>
          <p:spPr>
            <a:xfrm rot="5400000">
              <a:off x="8026414"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38" name="Google Shape;338;p10"/>
            <p:cNvCxnSpPr/>
            <p:nvPr/>
          </p:nvCxnSpPr>
          <p:spPr>
            <a:xfrm rot="5400000">
              <a:off x="8883670"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grpSp>
      <p:sp>
        <p:nvSpPr>
          <p:cNvPr id="339" name="Google Shape;339;p10"/>
          <p:cNvSpPr txBox="1"/>
          <p:nvPr/>
        </p:nvSpPr>
        <p:spPr>
          <a:xfrm>
            <a:off x="1953390" y="1714488"/>
            <a:ext cx="3134191" cy="435825"/>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2400"/>
              <a:buFont typeface="Arial"/>
              <a:buNone/>
            </a:pPr>
            <a:r>
              <a:rPr lang="es-AR" sz="2400" b="0" i="0" u="none" strike="noStrike" cap="none">
                <a:solidFill>
                  <a:schemeClr val="dk1"/>
                </a:solidFill>
                <a:latin typeface="Century Gothic"/>
                <a:ea typeface="Century Gothic"/>
                <a:cs typeface="Century Gothic"/>
                <a:sym typeface="Century Gothic"/>
              </a:rPr>
              <a:t>Archivos de enteros</a:t>
            </a:r>
            <a:endParaRPr sz="2400" b="0" i="0" u="none" strike="noStrike" cap="none">
              <a:solidFill>
                <a:schemeClr val="dk1"/>
              </a:solidFill>
              <a:latin typeface="Century Gothic"/>
              <a:ea typeface="Century Gothic"/>
              <a:cs typeface="Century Gothic"/>
              <a:sym typeface="Century Gothic"/>
            </a:endParaRPr>
          </a:p>
        </p:txBody>
      </p:sp>
      <p:sp>
        <p:nvSpPr>
          <p:cNvPr id="340" name="Google Shape;340;p10"/>
          <p:cNvSpPr txBox="1"/>
          <p:nvPr/>
        </p:nvSpPr>
        <p:spPr>
          <a:xfrm>
            <a:off x="2248222" y="3350365"/>
            <a:ext cx="7992000" cy="550238"/>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0" i="0" u="none" strike="noStrike" cap="none" dirty="0">
                <a:solidFill>
                  <a:schemeClr val="dk1"/>
                </a:solidFill>
                <a:latin typeface="Century Gothic"/>
                <a:ea typeface="Century Gothic"/>
                <a:cs typeface="Century Gothic"/>
                <a:sym typeface="Century Gothic"/>
              </a:rPr>
              <a:t>0      1	 2	 3	 4	 5      6      7	 8</a:t>
            </a:r>
            <a:endParaRPr sz="3200" b="0" i="0" u="none" strike="noStrike" cap="none" dirty="0">
              <a:solidFill>
                <a:schemeClr val="dk1"/>
              </a:solidFill>
              <a:latin typeface="Century Gothic"/>
              <a:ea typeface="Century Gothic"/>
              <a:cs typeface="Century Gothic"/>
              <a:sym typeface="Century Gothic"/>
            </a:endParaRPr>
          </a:p>
        </p:txBody>
      </p:sp>
      <p:sp>
        <p:nvSpPr>
          <p:cNvPr id="341" name="Google Shape;341;p10"/>
          <p:cNvSpPr txBox="1"/>
          <p:nvPr/>
        </p:nvSpPr>
        <p:spPr>
          <a:xfrm>
            <a:off x="2667770" y="4929198"/>
            <a:ext cx="1500198" cy="1466171"/>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Char char="•"/>
            </a:pPr>
            <a:r>
              <a:rPr lang="es-AR" sz="3200" b="0" i="0" u="none" strike="noStrike" cap="none">
                <a:solidFill>
                  <a:schemeClr val="dk1"/>
                </a:solidFill>
                <a:latin typeface="Century Gothic"/>
                <a:ea typeface="Century Gothic"/>
                <a:cs typeface="Century Gothic"/>
                <a:sym typeface="Century Gothic"/>
              </a:rPr>
              <a:t> 116</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000000"/>
              </a:buClr>
              <a:buSzPts val="3200"/>
              <a:buFont typeface="Arial"/>
              <a:buChar char="•"/>
            </a:pPr>
            <a:r>
              <a:rPr lang="es-AR" sz="3200" b="0" i="0" u="none" strike="noStrike" cap="none">
                <a:solidFill>
                  <a:schemeClr val="dk1"/>
                </a:solidFill>
                <a:latin typeface="Century Gothic"/>
                <a:ea typeface="Century Gothic"/>
                <a:cs typeface="Century Gothic"/>
                <a:sym typeface="Century Gothic"/>
              </a:rPr>
              <a:t> 304</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000000"/>
              </a:buClr>
              <a:buSzPts val="3200"/>
              <a:buFont typeface="Arial"/>
              <a:buChar char="•"/>
            </a:pPr>
            <a:r>
              <a:rPr lang="es-AR" sz="3200" b="0" i="0" u="none" strike="noStrike" cap="none">
                <a:solidFill>
                  <a:schemeClr val="dk1"/>
                </a:solidFill>
                <a:latin typeface="Century Gothic"/>
                <a:ea typeface="Century Gothic"/>
                <a:cs typeface="Century Gothic"/>
                <a:sym typeface="Century Gothic"/>
              </a:rPr>
              <a:t> 824</a:t>
            </a:r>
            <a:endParaRPr sz="3200" b="0" i="0" u="none" strike="noStrike" cap="none">
              <a:solidFill>
                <a:schemeClr val="dk1"/>
              </a:solidFill>
              <a:latin typeface="Century Gothic"/>
              <a:ea typeface="Century Gothic"/>
              <a:cs typeface="Century Gothic"/>
              <a:sym typeface="Century Gothic"/>
            </a:endParaRPr>
          </a:p>
        </p:txBody>
      </p:sp>
      <p:sp>
        <p:nvSpPr>
          <p:cNvPr id="342" name="Google Shape;342;p10"/>
          <p:cNvSpPr txBox="1"/>
          <p:nvPr/>
        </p:nvSpPr>
        <p:spPr>
          <a:xfrm>
            <a:off x="1935950" y="2582238"/>
            <a:ext cx="8658300" cy="550500"/>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0" i="0" u="none" strike="noStrike" cap="none" dirty="0">
                <a:solidFill>
                  <a:schemeClr val="dk1"/>
                </a:solidFill>
                <a:latin typeface="Century Gothic"/>
                <a:ea typeface="Century Gothic"/>
                <a:cs typeface="Century Gothic"/>
                <a:sym typeface="Century Gothic"/>
              </a:rPr>
              <a:t>156	304	228	  98	 116	 504	 824	  597  15</a:t>
            </a:r>
            <a:endParaRPr sz="3200" b="0" i="0" u="none" strike="noStrike" cap="none" dirty="0">
              <a:solidFill>
                <a:schemeClr val="dk1"/>
              </a:solidFill>
              <a:latin typeface="Century Gothic"/>
              <a:ea typeface="Century Gothic"/>
              <a:cs typeface="Century Gothic"/>
              <a:sym typeface="Century Gothic"/>
            </a:endParaRPr>
          </a:p>
        </p:txBody>
      </p:sp>
      <p:sp>
        <p:nvSpPr>
          <p:cNvPr id="343" name="Google Shape;343;p10"/>
          <p:cNvSpPr txBox="1"/>
          <p:nvPr/>
        </p:nvSpPr>
        <p:spPr>
          <a:xfrm>
            <a:off x="2024828" y="4286256"/>
            <a:ext cx="4714752" cy="550279"/>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0" i="0" u="none" strike="noStrike" cap="none">
                <a:solidFill>
                  <a:schemeClr val="dk1"/>
                </a:solidFill>
                <a:latin typeface="Century Gothic"/>
                <a:ea typeface="Century Gothic"/>
                <a:cs typeface="Century Gothic"/>
                <a:sym typeface="Century Gothic"/>
              </a:rPr>
              <a:t>Eliminación de claves:</a:t>
            </a:r>
            <a:endParaRPr sz="3200" b="0" i="0" u="none" strike="noStrike" cap="none">
              <a:solidFill>
                <a:schemeClr val="dk1"/>
              </a:solidFill>
              <a:latin typeface="Century Gothic"/>
              <a:ea typeface="Century Gothic"/>
              <a:cs typeface="Century Gothic"/>
              <a:sym typeface="Century Gothic"/>
            </a:endParaRPr>
          </a:p>
        </p:txBody>
      </p:sp>
      <p:sp>
        <p:nvSpPr>
          <p:cNvPr id="344" name="Google Shape;344;p10"/>
          <p:cNvSpPr txBox="1"/>
          <p:nvPr/>
        </p:nvSpPr>
        <p:spPr>
          <a:xfrm>
            <a:off x="2047550" y="2597648"/>
            <a:ext cx="8546700" cy="550500"/>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0" i="0" u="none" strike="noStrike" cap="none" dirty="0">
                <a:solidFill>
                  <a:schemeClr val="dk1"/>
                </a:solidFill>
                <a:latin typeface="Century Gothic"/>
                <a:ea typeface="Century Gothic"/>
                <a:cs typeface="Century Gothic"/>
                <a:sym typeface="Century Gothic"/>
              </a:rPr>
              <a:t>156	304	228	98 	***	504	824	 597  15</a:t>
            </a:r>
            <a:endParaRPr sz="3200" b="0" i="0" u="none" strike="noStrike" cap="none" dirty="0">
              <a:solidFill>
                <a:schemeClr val="dk1"/>
              </a:solidFill>
              <a:latin typeface="Century Gothic"/>
              <a:ea typeface="Century Gothic"/>
              <a:cs typeface="Century Gothic"/>
              <a:sym typeface="Century Gothic"/>
            </a:endParaRPr>
          </a:p>
        </p:txBody>
      </p:sp>
      <p:sp>
        <p:nvSpPr>
          <p:cNvPr id="345" name="Google Shape;345;p10"/>
          <p:cNvSpPr txBox="1"/>
          <p:nvPr/>
        </p:nvSpPr>
        <p:spPr>
          <a:xfrm>
            <a:off x="2007137" y="2583388"/>
            <a:ext cx="8393100" cy="550500"/>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0" i="0" u="none" strike="noStrike" cap="none" dirty="0">
                <a:solidFill>
                  <a:schemeClr val="dk1"/>
                </a:solidFill>
                <a:latin typeface="Century Gothic"/>
                <a:ea typeface="Century Gothic"/>
                <a:cs typeface="Century Gothic"/>
                <a:sym typeface="Century Gothic"/>
              </a:rPr>
              <a:t>156	***	228	98     ***	 504	 824	  597 15</a:t>
            </a:r>
            <a:endParaRPr sz="3200" b="0" i="0" u="none" strike="noStrike" cap="none" dirty="0">
              <a:solidFill>
                <a:schemeClr val="dk1"/>
              </a:solidFill>
              <a:latin typeface="Century Gothic"/>
              <a:ea typeface="Century Gothic"/>
              <a:cs typeface="Century Gothic"/>
              <a:sym typeface="Century Gothic"/>
            </a:endParaRPr>
          </a:p>
        </p:txBody>
      </p:sp>
      <p:sp>
        <p:nvSpPr>
          <p:cNvPr id="346" name="Google Shape;346;p10"/>
          <p:cNvSpPr txBox="1"/>
          <p:nvPr/>
        </p:nvSpPr>
        <p:spPr>
          <a:xfrm>
            <a:off x="2024828" y="2577901"/>
            <a:ext cx="8393100" cy="550500"/>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0" i="0" u="none" strike="noStrike" cap="none" dirty="0">
                <a:solidFill>
                  <a:schemeClr val="dk1"/>
                </a:solidFill>
                <a:latin typeface="Century Gothic"/>
                <a:ea typeface="Century Gothic"/>
                <a:cs typeface="Century Gothic"/>
                <a:sym typeface="Century Gothic"/>
              </a:rPr>
              <a:t>156	***	228	 98	***	504	***	597    15</a:t>
            </a:r>
            <a:endParaRPr sz="3200" b="0" i="0" u="none" strike="noStrike" cap="none" dirty="0">
              <a:solidFill>
                <a:schemeClr val="dk1"/>
              </a:solidFill>
              <a:latin typeface="Century Gothic"/>
              <a:ea typeface="Century Gothic"/>
              <a:cs typeface="Century Gothic"/>
              <a:sym typeface="Century Gothic"/>
            </a:endParaRPr>
          </a:p>
        </p:txBody>
      </p:sp>
      <p:sp>
        <p:nvSpPr>
          <p:cNvPr id="347" name="Google Shape;347;p10"/>
          <p:cNvSpPr/>
          <p:nvPr/>
        </p:nvSpPr>
        <p:spPr>
          <a:xfrm>
            <a:off x="6311108" y="5214950"/>
            <a:ext cx="4214842" cy="1122743"/>
          </a:xfrm>
          <a:prstGeom prst="rect">
            <a:avLst/>
          </a:prstGeom>
          <a:noFill/>
          <a:ln>
            <a:noFill/>
          </a:ln>
        </p:spPr>
        <p:txBody>
          <a:bodyPr spcFirstLastPara="1" wrap="square" lIns="91425" tIns="45700" rIns="91425" bIns="45700" anchor="t" anchorCtr="0">
            <a:spAutoFit/>
          </a:bodyPr>
          <a:lstStyle/>
          <a:p>
            <a:pPr marL="0" marR="0" lvl="0" indent="0" algn="ctr" rtl="0">
              <a:lnSpc>
                <a:spcPct val="93000"/>
              </a:lnSpc>
              <a:spcBef>
                <a:spcPts val="0"/>
              </a:spcBef>
              <a:spcAft>
                <a:spcPts val="0"/>
              </a:spcAft>
              <a:buClr>
                <a:srgbClr val="000000"/>
              </a:buClr>
              <a:buSzPts val="3600"/>
              <a:buFont typeface="Arial"/>
              <a:buNone/>
            </a:pPr>
            <a:r>
              <a:rPr lang="es-AR" sz="3600" b="1" i="1" u="none" strike="noStrike" cap="none">
                <a:solidFill>
                  <a:srgbClr val="0070C0"/>
                </a:solidFill>
                <a:latin typeface="Century Gothic"/>
                <a:ea typeface="Century Gothic"/>
                <a:cs typeface="Century Gothic"/>
                <a:sym typeface="Century Gothic"/>
              </a:rPr>
              <a:t>¿Desventajas de esta técnica?</a:t>
            </a:r>
            <a:endParaRPr sz="3600" b="0" i="1" u="none" strike="noStrike" cap="none">
              <a:solidFill>
                <a:srgbClr val="0070C0"/>
              </a:solidFill>
              <a:latin typeface="Century Gothic"/>
              <a:ea typeface="Century Gothic"/>
              <a:cs typeface="Century Gothic"/>
              <a:sym typeface="Century Gothic"/>
            </a:endParaRPr>
          </a:p>
        </p:txBody>
      </p:sp>
      <p:sp>
        <p:nvSpPr>
          <p:cNvPr id="348" name="Google Shape;348;p10"/>
          <p:cNvSpPr txBox="1"/>
          <p:nvPr/>
        </p:nvSpPr>
        <p:spPr>
          <a:xfrm>
            <a:off x="953258" y="3345987"/>
            <a:ext cx="1410156" cy="550279"/>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0" i="0" u="none" strike="noStrike" cap="none">
                <a:solidFill>
                  <a:schemeClr val="dk1"/>
                </a:solidFill>
                <a:latin typeface="Century Gothic"/>
                <a:ea typeface="Century Gothic"/>
                <a:cs typeface="Century Gothic"/>
                <a:sym typeface="Century Gothic"/>
              </a:rPr>
              <a:t>NRR</a:t>
            </a:r>
            <a:endParaRPr sz="3200" b="0" i="0" u="none" strike="noStrike" cap="none">
              <a:solidFill>
                <a:schemeClr val="dk1"/>
              </a:solidFill>
              <a:latin typeface="Century Gothic"/>
              <a:ea typeface="Century Gothic"/>
              <a:cs typeface="Century Gothic"/>
              <a:sym typeface="Century Gothic"/>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39"/>
                                        </p:tgtEl>
                                        <p:attrNameLst>
                                          <p:attrName>style.visibility</p:attrName>
                                        </p:attrNameLst>
                                      </p:cBhvr>
                                      <p:to>
                                        <p:strVal val="visible"/>
                                      </p:to>
                                    </p:set>
                                    <p:animEffect transition="in" filter="fade">
                                      <p:cBhvr>
                                        <p:cTn id="7" dur="1000"/>
                                        <p:tgtEl>
                                          <p:spTgt spid="339"/>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29"/>
                                        </p:tgtEl>
                                        <p:attrNameLst>
                                          <p:attrName>style.visibility</p:attrName>
                                        </p:attrNameLst>
                                      </p:cBhvr>
                                      <p:to>
                                        <p:strVal val="visible"/>
                                      </p:to>
                                    </p:set>
                                    <p:animEffect transition="in" filter="fade">
                                      <p:cBhvr>
                                        <p:cTn id="11" dur="1000"/>
                                        <p:tgtEl>
                                          <p:spTgt spid="329"/>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340"/>
                                        </p:tgtEl>
                                        <p:attrNameLst>
                                          <p:attrName>style.visibility</p:attrName>
                                        </p:attrNameLst>
                                      </p:cBhvr>
                                      <p:to>
                                        <p:strVal val="visible"/>
                                      </p:to>
                                    </p:set>
                                    <p:animEffect transition="in" filter="fade">
                                      <p:cBhvr>
                                        <p:cTn id="15" dur="1000"/>
                                        <p:tgtEl>
                                          <p:spTgt spid="340"/>
                                        </p:tgtEl>
                                      </p:cBhvr>
                                    </p:animEffect>
                                  </p:childTnLst>
                                </p:cTn>
                              </p:par>
                              <p:par>
                                <p:cTn id="16" presetID="10" presetClass="entr" presetSubtype="0" fill="hold" nodeType="withEffect">
                                  <p:stCondLst>
                                    <p:cond delay="0"/>
                                  </p:stCondLst>
                                  <p:childTnLst>
                                    <p:set>
                                      <p:cBhvr>
                                        <p:cTn id="17" dur="1" fill="hold">
                                          <p:stCondLst>
                                            <p:cond delay="0"/>
                                          </p:stCondLst>
                                        </p:cTn>
                                        <p:tgtEl>
                                          <p:spTgt spid="348"/>
                                        </p:tgtEl>
                                        <p:attrNameLst>
                                          <p:attrName>style.visibility</p:attrName>
                                        </p:attrNameLst>
                                      </p:cBhvr>
                                      <p:to>
                                        <p:strVal val="visible"/>
                                      </p:to>
                                    </p:set>
                                    <p:animEffect transition="in" filter="fade">
                                      <p:cBhvr>
                                        <p:cTn id="18" dur="1000"/>
                                        <p:tgtEl>
                                          <p:spTgt spid="348"/>
                                        </p:tgtEl>
                                      </p:cBhvr>
                                    </p:animEffect>
                                  </p:childTnLst>
                                </p:cTn>
                              </p:par>
                            </p:childTnLst>
                          </p:cTn>
                        </p:par>
                        <p:par>
                          <p:cTn id="19" fill="hold">
                            <p:stCondLst>
                              <p:cond delay="3000"/>
                            </p:stCondLst>
                            <p:childTnLst>
                              <p:par>
                                <p:cTn id="20" presetID="10" presetClass="entr" presetSubtype="0" fill="hold" nodeType="afterEffect">
                                  <p:stCondLst>
                                    <p:cond delay="0"/>
                                  </p:stCondLst>
                                  <p:childTnLst>
                                    <p:set>
                                      <p:cBhvr>
                                        <p:cTn id="21" dur="1" fill="hold">
                                          <p:stCondLst>
                                            <p:cond delay="0"/>
                                          </p:stCondLst>
                                        </p:cTn>
                                        <p:tgtEl>
                                          <p:spTgt spid="342"/>
                                        </p:tgtEl>
                                        <p:attrNameLst>
                                          <p:attrName>style.visibility</p:attrName>
                                        </p:attrNameLst>
                                      </p:cBhvr>
                                      <p:to>
                                        <p:strVal val="visible"/>
                                      </p:to>
                                    </p:set>
                                    <p:animEffect transition="in" filter="fade">
                                      <p:cBhvr>
                                        <p:cTn id="22" dur="500"/>
                                        <p:tgtEl>
                                          <p:spTgt spid="34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3"/>
                                        </p:tgtEl>
                                        <p:attrNameLst>
                                          <p:attrName>style.visibility</p:attrName>
                                        </p:attrNameLst>
                                      </p:cBhvr>
                                      <p:to>
                                        <p:strVal val="visible"/>
                                      </p:to>
                                    </p:set>
                                    <p:animEffect transition="in" filter="fade">
                                      <p:cBhvr>
                                        <p:cTn id="27" dur="500"/>
                                        <p:tgtEl>
                                          <p:spTgt spid="343"/>
                                        </p:tgtEl>
                                      </p:cBhvr>
                                    </p:animEffect>
                                  </p:childTnLst>
                                </p:cTn>
                              </p:par>
                            </p:childTnLst>
                          </p:cTn>
                        </p:par>
                        <p:par>
                          <p:cTn id="28" fill="hold">
                            <p:stCondLst>
                              <p:cond delay="500"/>
                            </p:stCondLst>
                            <p:childTnLst>
                              <p:par>
                                <p:cTn id="29" presetID="10" presetClass="entr" presetSubtype="0" fill="hold" nodeType="afterEffect">
                                  <p:stCondLst>
                                    <p:cond delay="0"/>
                                  </p:stCondLst>
                                  <p:childTnLst>
                                    <p:set>
                                      <p:cBhvr>
                                        <p:cTn id="30" dur="1" fill="hold">
                                          <p:stCondLst>
                                            <p:cond delay="0"/>
                                          </p:stCondLst>
                                        </p:cTn>
                                        <p:tgtEl>
                                          <p:spTgt spid="341">
                                            <p:txEl>
                                              <p:pRg st="0" end="0"/>
                                            </p:txEl>
                                          </p:spTgt>
                                        </p:tgtEl>
                                        <p:attrNameLst>
                                          <p:attrName>style.visibility</p:attrName>
                                        </p:attrNameLst>
                                      </p:cBhvr>
                                      <p:to>
                                        <p:strVal val="visible"/>
                                      </p:to>
                                    </p:set>
                                    <p:animEffect transition="in" filter="fade">
                                      <p:cBhvr>
                                        <p:cTn id="31" dur="500"/>
                                        <p:tgtEl>
                                          <p:spTgt spid="341">
                                            <p:txEl>
                                              <p:pRg st="0" end="0"/>
                                            </p:txEl>
                                          </p:spTgt>
                                        </p:tgtEl>
                                      </p:cBhvr>
                                    </p:animEffect>
                                  </p:childTnLst>
                                </p:cTn>
                              </p:par>
                            </p:childTnLst>
                          </p:cTn>
                        </p:par>
                        <p:par>
                          <p:cTn id="32" fill="hold">
                            <p:stCondLst>
                              <p:cond delay="1000"/>
                            </p:stCondLst>
                            <p:childTnLst>
                              <p:par>
                                <p:cTn id="33" presetID="10" presetClass="entr" presetSubtype="0" fill="hold" nodeType="afterEffect">
                                  <p:stCondLst>
                                    <p:cond delay="0"/>
                                  </p:stCondLst>
                                  <p:childTnLst>
                                    <p:set>
                                      <p:cBhvr>
                                        <p:cTn id="34" dur="1" fill="hold">
                                          <p:stCondLst>
                                            <p:cond delay="0"/>
                                          </p:stCondLst>
                                        </p:cTn>
                                        <p:tgtEl>
                                          <p:spTgt spid="341">
                                            <p:txEl>
                                              <p:pRg st="1" end="1"/>
                                            </p:txEl>
                                          </p:spTgt>
                                        </p:tgtEl>
                                        <p:attrNameLst>
                                          <p:attrName>style.visibility</p:attrName>
                                        </p:attrNameLst>
                                      </p:cBhvr>
                                      <p:to>
                                        <p:strVal val="visible"/>
                                      </p:to>
                                    </p:set>
                                    <p:animEffect transition="in" filter="fade">
                                      <p:cBhvr>
                                        <p:cTn id="35" dur="500"/>
                                        <p:tgtEl>
                                          <p:spTgt spid="341">
                                            <p:txEl>
                                              <p:pRg st="1" end="1"/>
                                            </p:txEl>
                                          </p:spTgt>
                                        </p:tgtEl>
                                      </p:cBhvr>
                                    </p:animEffect>
                                  </p:childTnLst>
                                </p:cTn>
                              </p:par>
                            </p:childTnLst>
                          </p:cTn>
                        </p:par>
                        <p:par>
                          <p:cTn id="36" fill="hold">
                            <p:stCondLst>
                              <p:cond delay="1500"/>
                            </p:stCondLst>
                            <p:childTnLst>
                              <p:par>
                                <p:cTn id="37" presetID="10" presetClass="entr" presetSubtype="0" fill="hold" nodeType="afterEffect">
                                  <p:stCondLst>
                                    <p:cond delay="0"/>
                                  </p:stCondLst>
                                  <p:childTnLst>
                                    <p:set>
                                      <p:cBhvr>
                                        <p:cTn id="38" dur="1" fill="hold">
                                          <p:stCondLst>
                                            <p:cond delay="0"/>
                                          </p:stCondLst>
                                        </p:cTn>
                                        <p:tgtEl>
                                          <p:spTgt spid="341">
                                            <p:txEl>
                                              <p:pRg st="2" end="2"/>
                                            </p:txEl>
                                          </p:spTgt>
                                        </p:tgtEl>
                                        <p:attrNameLst>
                                          <p:attrName>style.visibility</p:attrName>
                                        </p:attrNameLst>
                                      </p:cBhvr>
                                      <p:to>
                                        <p:strVal val="visible"/>
                                      </p:to>
                                    </p:set>
                                    <p:animEffect transition="in" filter="fade">
                                      <p:cBhvr>
                                        <p:cTn id="39" dur="500"/>
                                        <p:tgtEl>
                                          <p:spTgt spid="341">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344"/>
                                        </p:tgtEl>
                                        <p:attrNameLst>
                                          <p:attrName>style.visibility</p:attrName>
                                        </p:attrNameLst>
                                      </p:cBhvr>
                                      <p:to>
                                        <p:strVal val="visible"/>
                                      </p:to>
                                    </p:set>
                                  </p:childTnLst>
                                </p:cTn>
                              </p:par>
                              <p:par>
                                <p:cTn id="44" presetID="1" presetClass="exit" presetSubtype="0" fill="hold" nodeType="withEffect">
                                  <p:stCondLst>
                                    <p:cond delay="0"/>
                                  </p:stCondLst>
                                  <p:childTnLst>
                                    <p:set>
                                      <p:cBhvr>
                                        <p:cTn id="45" dur="1" fill="hold">
                                          <p:stCondLst>
                                            <p:cond delay="1"/>
                                          </p:stCondLst>
                                        </p:cTn>
                                        <p:tgtEl>
                                          <p:spTgt spid="342"/>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45"/>
                                        </p:tgtEl>
                                        <p:attrNameLst>
                                          <p:attrName>style.visibility</p:attrName>
                                        </p:attrNameLst>
                                      </p:cBhvr>
                                      <p:to>
                                        <p:strVal val="visible"/>
                                      </p:to>
                                    </p:set>
                                  </p:childTnLst>
                                </p:cTn>
                              </p:par>
                              <p:par>
                                <p:cTn id="50" presetID="1" presetClass="exit" presetSubtype="0" fill="hold" nodeType="withEffect">
                                  <p:stCondLst>
                                    <p:cond delay="0"/>
                                  </p:stCondLst>
                                  <p:childTnLst>
                                    <p:set>
                                      <p:cBhvr>
                                        <p:cTn id="51" dur="1" fill="hold">
                                          <p:stCondLst>
                                            <p:cond delay="1"/>
                                          </p:stCondLst>
                                        </p:cTn>
                                        <p:tgtEl>
                                          <p:spTgt spid="344"/>
                                        </p:tgtEl>
                                        <p:attrNameLst>
                                          <p:attrName>style.visibility</p:attrName>
                                        </p:attrNameLst>
                                      </p:cBhvr>
                                      <p:to>
                                        <p:strVal val="hidden"/>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346"/>
                                        </p:tgtEl>
                                        <p:attrNameLst>
                                          <p:attrName>style.visibility</p:attrName>
                                        </p:attrNameLst>
                                      </p:cBhvr>
                                      <p:to>
                                        <p:strVal val="visible"/>
                                      </p:to>
                                    </p:set>
                                  </p:childTnLst>
                                </p:cTn>
                              </p:par>
                              <p:par>
                                <p:cTn id="56" presetID="1" presetClass="exit" presetSubtype="0" fill="hold" nodeType="withEffect">
                                  <p:stCondLst>
                                    <p:cond delay="0"/>
                                  </p:stCondLst>
                                  <p:childTnLst>
                                    <p:set>
                                      <p:cBhvr>
                                        <p:cTn id="57" dur="1" fill="hold">
                                          <p:stCondLst>
                                            <p:cond delay="1"/>
                                          </p:stCondLst>
                                        </p:cTn>
                                        <p:tgtEl>
                                          <p:spTgt spid="345"/>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47">
                                            <p:txEl>
                                              <p:pRg st="0" end="0"/>
                                            </p:txEl>
                                          </p:spTgt>
                                        </p:tgtEl>
                                        <p:attrNameLst>
                                          <p:attrName>style.visibility</p:attrName>
                                        </p:attrNameLst>
                                      </p:cBhvr>
                                      <p:to>
                                        <p:strVal val="visible"/>
                                      </p:to>
                                    </p:set>
                                    <p:animEffect transition="in" filter="fade">
                                      <p:cBhvr>
                                        <p:cTn id="62" dur="500"/>
                                        <p:tgtEl>
                                          <p:spTgt spid="34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FFFFF"/>
            </a:gs>
            <a:gs pos="100000">
              <a:srgbClr val="CEE9F8"/>
            </a:gs>
          </a:gsLst>
          <a:path path="circle">
            <a:fillToRect l="50000" t="50000" r="50000" b="50000"/>
          </a:path>
          <a:tileRect/>
        </a:gradFill>
        <a:effectLst/>
      </p:bgPr>
    </p:bg>
    <p:spTree>
      <p:nvGrpSpPr>
        <p:cNvPr id="1" name="Shape 354"/>
        <p:cNvGrpSpPr/>
        <p:nvPr/>
      </p:nvGrpSpPr>
      <p:grpSpPr>
        <a:xfrm>
          <a:off x="0" y="0"/>
          <a:ext cx="0" cy="0"/>
          <a:chOff x="0" y="0"/>
          <a:chExt cx="0" cy="0"/>
        </a:xfrm>
      </p:grpSpPr>
      <p:grpSp>
        <p:nvGrpSpPr>
          <p:cNvPr id="355" name="Google Shape;355;p11"/>
          <p:cNvGrpSpPr/>
          <p:nvPr/>
        </p:nvGrpSpPr>
        <p:grpSpPr>
          <a:xfrm>
            <a:off x="2024828" y="2285198"/>
            <a:ext cx="9215502" cy="1000926"/>
            <a:chOff x="2024828" y="2285198"/>
            <a:chExt cx="9215502" cy="1000926"/>
          </a:xfrm>
        </p:grpSpPr>
        <p:sp>
          <p:nvSpPr>
            <p:cNvPr id="356" name="Google Shape;356;p11"/>
            <p:cNvSpPr/>
            <p:nvPr/>
          </p:nvSpPr>
          <p:spPr>
            <a:xfrm>
              <a:off x="2024828" y="2285198"/>
              <a:ext cx="9215502" cy="1000132"/>
            </a:xfrm>
            <a:prstGeom prst="rect">
              <a:avLst/>
            </a:prstGeom>
            <a:solidFill>
              <a:srgbClr val="CBEDDE"/>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cxnSp>
          <p:nvCxnSpPr>
            <p:cNvPr id="357" name="Google Shape;357;p11"/>
            <p:cNvCxnSpPr/>
            <p:nvPr/>
          </p:nvCxnSpPr>
          <p:spPr>
            <a:xfrm rot="5400000">
              <a:off x="2453456" y="2785264"/>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58" name="Google Shape;358;p11"/>
            <p:cNvCxnSpPr/>
            <p:nvPr/>
          </p:nvCxnSpPr>
          <p:spPr>
            <a:xfrm rot="5400000">
              <a:off x="3382944"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59" name="Google Shape;359;p11"/>
            <p:cNvCxnSpPr/>
            <p:nvPr/>
          </p:nvCxnSpPr>
          <p:spPr>
            <a:xfrm rot="5400000">
              <a:off x="4311638"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60" name="Google Shape;360;p11"/>
            <p:cNvCxnSpPr/>
            <p:nvPr/>
          </p:nvCxnSpPr>
          <p:spPr>
            <a:xfrm rot="5400000">
              <a:off x="5240332"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61" name="Google Shape;361;p11"/>
            <p:cNvCxnSpPr/>
            <p:nvPr/>
          </p:nvCxnSpPr>
          <p:spPr>
            <a:xfrm rot="5400000">
              <a:off x="6167438"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62" name="Google Shape;362;p11"/>
            <p:cNvCxnSpPr/>
            <p:nvPr/>
          </p:nvCxnSpPr>
          <p:spPr>
            <a:xfrm rot="5400000">
              <a:off x="7097720"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63" name="Google Shape;363;p11"/>
            <p:cNvCxnSpPr/>
            <p:nvPr/>
          </p:nvCxnSpPr>
          <p:spPr>
            <a:xfrm rot="5400000">
              <a:off x="8026414"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64" name="Google Shape;364;p11"/>
            <p:cNvCxnSpPr/>
            <p:nvPr/>
          </p:nvCxnSpPr>
          <p:spPr>
            <a:xfrm rot="5400000">
              <a:off x="8953520" y="2784470"/>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cxnSp>
          <p:nvCxnSpPr>
            <p:cNvPr id="365" name="Google Shape;365;p11"/>
            <p:cNvCxnSpPr/>
            <p:nvPr/>
          </p:nvCxnSpPr>
          <p:spPr>
            <a:xfrm rot="5400000">
              <a:off x="9812364" y="2785264"/>
              <a:ext cx="1000132" cy="1588"/>
            </a:xfrm>
            <a:prstGeom prst="straightConnector1">
              <a:avLst/>
            </a:prstGeom>
            <a:solidFill>
              <a:srgbClr val="00B8FF"/>
            </a:solidFill>
            <a:ln w="9525" cap="flat" cmpd="sng">
              <a:solidFill>
                <a:schemeClr val="dk1"/>
              </a:solidFill>
              <a:prstDash val="solid"/>
              <a:round/>
              <a:headEnd type="none" w="sm" len="sm"/>
              <a:tailEnd type="none" w="sm" len="sm"/>
            </a:ln>
          </p:spPr>
        </p:cxnSp>
      </p:grpSp>
      <p:sp>
        <p:nvSpPr>
          <p:cNvPr id="366" name="Google Shape;366;p11"/>
          <p:cNvSpPr txBox="1"/>
          <p:nvPr/>
        </p:nvSpPr>
        <p:spPr>
          <a:xfrm>
            <a:off x="1737554" y="147624"/>
            <a:ext cx="9359900" cy="1281112"/>
          </a:xfrm>
          <a:prstGeom prst="rect">
            <a:avLst/>
          </a:prstGeom>
          <a:noFill/>
          <a:ln>
            <a:noFill/>
          </a:ln>
        </p:spPr>
        <p:txBody>
          <a:bodyPr spcFirstLastPara="1" wrap="square" lIns="0" tIns="11150" rIns="0" bIns="0" anchor="ctr" anchorCtr="0">
            <a:noAutofit/>
          </a:bodyPr>
          <a:lstStyle/>
          <a:p>
            <a:pPr marL="0" marR="0" lvl="0" indent="0" algn="l" rtl="0">
              <a:lnSpc>
                <a:spcPct val="93000"/>
              </a:lnSpc>
              <a:spcBef>
                <a:spcPts val="0"/>
              </a:spcBef>
              <a:spcAft>
                <a:spcPts val="0"/>
              </a:spcAft>
              <a:buClr>
                <a:srgbClr val="262626"/>
              </a:buClr>
              <a:buSzPts val="4000"/>
              <a:buFont typeface="Times New Roman"/>
              <a:buNone/>
            </a:pPr>
            <a:r>
              <a:rPr lang="es-AR" sz="4000" b="0" i="0" u="none" strike="noStrike" cap="none" dirty="0">
                <a:solidFill>
                  <a:srgbClr val="262626"/>
                </a:solidFill>
                <a:latin typeface="Century Gothic"/>
                <a:ea typeface="Century Gothic"/>
                <a:cs typeface="Century Gothic"/>
                <a:sym typeface="Century Gothic"/>
              </a:rPr>
              <a:t>Ejemplo Reasignación de espacio</a:t>
            </a:r>
            <a:endParaRPr sz="1400" b="0" i="0" u="none" strike="noStrike" cap="none" dirty="0">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7F7F7F"/>
              </a:buClr>
              <a:buSzPts val="3200"/>
              <a:buFont typeface="Times New Roman"/>
              <a:buNone/>
            </a:pPr>
            <a:r>
              <a:rPr lang="es-AR" sz="3200" b="0" i="0" u="none" strike="noStrike" cap="none" dirty="0">
                <a:solidFill>
                  <a:srgbClr val="7F7F7F"/>
                </a:solidFill>
                <a:latin typeface="Century Gothic"/>
                <a:ea typeface="Century Gothic"/>
                <a:cs typeface="Century Gothic"/>
                <a:sym typeface="Century Gothic"/>
              </a:rPr>
              <a:t>Lista invertida</a:t>
            </a:r>
            <a:endParaRPr sz="3200" b="0" i="0" u="none" strike="noStrike" cap="none" dirty="0">
              <a:solidFill>
                <a:srgbClr val="7F7F7F"/>
              </a:solidFill>
              <a:latin typeface="Century Gothic"/>
              <a:ea typeface="Century Gothic"/>
              <a:cs typeface="Century Gothic"/>
              <a:sym typeface="Century Gothic"/>
            </a:endParaRPr>
          </a:p>
        </p:txBody>
      </p:sp>
      <p:sp>
        <p:nvSpPr>
          <p:cNvPr id="367" name="Google Shape;367;p11"/>
          <p:cNvSpPr txBox="1"/>
          <p:nvPr/>
        </p:nvSpPr>
        <p:spPr>
          <a:xfrm>
            <a:off x="503238" y="792163"/>
            <a:ext cx="779462" cy="365125"/>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Clr>
                <a:srgbClr val="000000"/>
              </a:buClr>
              <a:buSzPts val="1800"/>
              <a:buFont typeface="Times New Roman"/>
              <a:buNone/>
            </a:pPr>
            <a:fld id="{00000000-1234-1234-1234-123412341234}" type="slidenum">
              <a:rPr lang="es-AR" sz="1800" b="0" i="0" u="none" strike="noStrike" cap="none">
                <a:solidFill>
                  <a:srgbClr val="000000"/>
                </a:solidFill>
                <a:latin typeface="Century Gothic"/>
                <a:ea typeface="Century Gothic"/>
                <a:cs typeface="Century Gothic"/>
                <a:sym typeface="Century Gothic"/>
              </a:rPr>
              <a:t>11</a:t>
            </a:fld>
            <a:endParaRPr sz="1800" b="0" i="0" u="none" strike="noStrike" cap="none">
              <a:solidFill>
                <a:srgbClr val="000000"/>
              </a:solidFill>
              <a:latin typeface="Century Gothic"/>
              <a:ea typeface="Century Gothic"/>
              <a:cs typeface="Century Gothic"/>
              <a:sym typeface="Century Gothic"/>
            </a:endParaRPr>
          </a:p>
        </p:txBody>
      </p:sp>
      <p:sp>
        <p:nvSpPr>
          <p:cNvPr id="368" name="Google Shape;368;p11"/>
          <p:cNvSpPr txBox="1"/>
          <p:nvPr/>
        </p:nvSpPr>
        <p:spPr>
          <a:xfrm>
            <a:off x="1953390" y="1714488"/>
            <a:ext cx="3134191" cy="435825"/>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2400"/>
              <a:buFont typeface="Arial"/>
              <a:buNone/>
            </a:pPr>
            <a:r>
              <a:rPr lang="es-AR" sz="2400" b="0" i="0" u="none" strike="noStrike" cap="none">
                <a:solidFill>
                  <a:schemeClr val="dk1"/>
                </a:solidFill>
                <a:latin typeface="Century Gothic"/>
                <a:ea typeface="Century Gothic"/>
                <a:cs typeface="Century Gothic"/>
                <a:sym typeface="Century Gothic"/>
              </a:rPr>
              <a:t>Archivos de enteros</a:t>
            </a:r>
            <a:endParaRPr sz="2400" b="0" i="0" u="none" strike="noStrike" cap="none">
              <a:solidFill>
                <a:schemeClr val="dk1"/>
              </a:solidFill>
              <a:latin typeface="Century Gothic"/>
              <a:ea typeface="Century Gothic"/>
              <a:cs typeface="Century Gothic"/>
              <a:sym typeface="Century Gothic"/>
            </a:endParaRPr>
          </a:p>
        </p:txBody>
      </p:sp>
      <p:sp>
        <p:nvSpPr>
          <p:cNvPr id="369" name="Google Shape;369;p11"/>
          <p:cNvSpPr txBox="1"/>
          <p:nvPr/>
        </p:nvSpPr>
        <p:spPr>
          <a:xfrm>
            <a:off x="2248222" y="3350365"/>
            <a:ext cx="8920800" cy="550238"/>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0" i="0" u="none" strike="noStrike" cap="none" dirty="0">
                <a:solidFill>
                  <a:schemeClr val="dk1"/>
                </a:solidFill>
                <a:latin typeface="Century Gothic"/>
                <a:ea typeface="Century Gothic"/>
                <a:cs typeface="Century Gothic"/>
                <a:sym typeface="Century Gothic"/>
              </a:rPr>
              <a:t>0	1	 2	  3	 4	  5	  6	  7	 8	 9</a:t>
            </a:r>
            <a:endParaRPr sz="3200" b="0" i="0" u="none" strike="noStrike" cap="none" dirty="0">
              <a:solidFill>
                <a:schemeClr val="dk1"/>
              </a:solidFill>
              <a:latin typeface="Century Gothic"/>
              <a:ea typeface="Century Gothic"/>
              <a:cs typeface="Century Gothic"/>
              <a:sym typeface="Century Gothic"/>
            </a:endParaRPr>
          </a:p>
        </p:txBody>
      </p:sp>
      <p:sp>
        <p:nvSpPr>
          <p:cNvPr id="370" name="Google Shape;370;p11"/>
          <p:cNvSpPr txBox="1"/>
          <p:nvPr/>
        </p:nvSpPr>
        <p:spPr>
          <a:xfrm>
            <a:off x="2667770" y="5320415"/>
            <a:ext cx="1500198" cy="1466171"/>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Char char="•"/>
            </a:pPr>
            <a:r>
              <a:rPr lang="es-AR" sz="3200" b="0" i="0" u="none" strike="noStrike" cap="none">
                <a:solidFill>
                  <a:schemeClr val="dk1"/>
                </a:solidFill>
                <a:latin typeface="Century Gothic"/>
                <a:ea typeface="Century Gothic"/>
                <a:cs typeface="Century Gothic"/>
                <a:sym typeface="Century Gothic"/>
              </a:rPr>
              <a:t> 116</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000000"/>
              </a:buClr>
              <a:buSzPts val="3200"/>
              <a:buFont typeface="Arial"/>
              <a:buChar char="•"/>
            </a:pPr>
            <a:r>
              <a:rPr lang="es-AR" sz="3200" b="0" i="0" u="none" strike="noStrike" cap="none">
                <a:solidFill>
                  <a:schemeClr val="dk1"/>
                </a:solidFill>
                <a:latin typeface="Century Gothic"/>
                <a:ea typeface="Century Gothic"/>
                <a:cs typeface="Century Gothic"/>
                <a:sym typeface="Century Gothic"/>
              </a:rPr>
              <a:t> 304</a:t>
            </a:r>
            <a:endParaRPr sz="1400" b="0" i="0" u="none" strike="noStrike" cap="none">
              <a:solidFill>
                <a:srgbClr val="000000"/>
              </a:solidFill>
              <a:latin typeface="Arial"/>
              <a:ea typeface="Arial"/>
              <a:cs typeface="Arial"/>
              <a:sym typeface="Arial"/>
            </a:endParaRPr>
          </a:p>
          <a:p>
            <a:pPr marL="0" marR="0" lvl="0" indent="0" algn="l" rtl="0">
              <a:lnSpc>
                <a:spcPct val="93000"/>
              </a:lnSpc>
              <a:spcBef>
                <a:spcPts val="0"/>
              </a:spcBef>
              <a:spcAft>
                <a:spcPts val="0"/>
              </a:spcAft>
              <a:buClr>
                <a:srgbClr val="000000"/>
              </a:buClr>
              <a:buSzPts val="3200"/>
              <a:buFont typeface="Arial"/>
              <a:buChar char="•"/>
            </a:pPr>
            <a:r>
              <a:rPr lang="es-AR" sz="3200" b="0" i="0" u="none" strike="noStrike" cap="none">
                <a:solidFill>
                  <a:schemeClr val="dk1"/>
                </a:solidFill>
                <a:latin typeface="Century Gothic"/>
                <a:ea typeface="Century Gothic"/>
                <a:cs typeface="Century Gothic"/>
                <a:sym typeface="Century Gothic"/>
              </a:rPr>
              <a:t> 824</a:t>
            </a:r>
            <a:endParaRPr sz="3200" b="0" i="0" u="none" strike="noStrike" cap="none">
              <a:solidFill>
                <a:schemeClr val="dk1"/>
              </a:solidFill>
              <a:latin typeface="Century Gothic"/>
              <a:ea typeface="Century Gothic"/>
              <a:cs typeface="Century Gothic"/>
              <a:sym typeface="Century Gothic"/>
            </a:endParaRPr>
          </a:p>
        </p:txBody>
      </p:sp>
      <p:sp>
        <p:nvSpPr>
          <p:cNvPr id="371" name="Google Shape;371;p11"/>
          <p:cNvSpPr txBox="1"/>
          <p:nvPr/>
        </p:nvSpPr>
        <p:spPr>
          <a:xfrm>
            <a:off x="2067050" y="2549435"/>
            <a:ext cx="9173280" cy="550238"/>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1" i="0" u="none" strike="noStrike" cap="none" dirty="0">
                <a:solidFill>
                  <a:srgbClr val="0070C0"/>
                </a:solidFill>
                <a:latin typeface="Century Gothic"/>
                <a:ea typeface="Century Gothic"/>
                <a:cs typeface="Century Gothic"/>
                <a:sym typeface="Century Gothic"/>
              </a:rPr>
              <a:t>  0</a:t>
            </a:r>
            <a:r>
              <a:rPr lang="es-AR" sz="3200" b="0" i="0" u="none" strike="noStrike" cap="none" dirty="0">
                <a:solidFill>
                  <a:schemeClr val="dk1"/>
                </a:solidFill>
                <a:latin typeface="Century Gothic"/>
                <a:ea typeface="Century Gothic"/>
                <a:cs typeface="Century Gothic"/>
                <a:sym typeface="Century Gothic"/>
              </a:rPr>
              <a:t>	156	304	228	 98	 116	 504	 824	 597   15</a:t>
            </a:r>
            <a:endParaRPr sz="3200" b="0" i="0" u="none" strike="noStrike" cap="none" dirty="0">
              <a:solidFill>
                <a:schemeClr val="dk1"/>
              </a:solidFill>
              <a:latin typeface="Century Gothic"/>
              <a:ea typeface="Century Gothic"/>
              <a:cs typeface="Century Gothic"/>
              <a:sym typeface="Century Gothic"/>
            </a:endParaRPr>
          </a:p>
        </p:txBody>
      </p:sp>
      <p:sp>
        <p:nvSpPr>
          <p:cNvPr id="372" name="Google Shape;372;p11"/>
          <p:cNvSpPr txBox="1"/>
          <p:nvPr/>
        </p:nvSpPr>
        <p:spPr>
          <a:xfrm>
            <a:off x="2024828" y="4807547"/>
            <a:ext cx="4714752" cy="550279"/>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0" i="0" u="none" strike="noStrike" cap="none">
                <a:solidFill>
                  <a:schemeClr val="dk1"/>
                </a:solidFill>
                <a:latin typeface="Century Gothic"/>
                <a:ea typeface="Century Gothic"/>
                <a:cs typeface="Century Gothic"/>
                <a:sym typeface="Century Gothic"/>
              </a:rPr>
              <a:t>Eliminación de claves:</a:t>
            </a:r>
            <a:endParaRPr sz="3200" b="0" i="0" u="none" strike="noStrike" cap="none">
              <a:solidFill>
                <a:schemeClr val="dk1"/>
              </a:solidFill>
              <a:latin typeface="Century Gothic"/>
              <a:ea typeface="Century Gothic"/>
              <a:cs typeface="Century Gothic"/>
              <a:sym typeface="Century Gothic"/>
            </a:endParaRPr>
          </a:p>
        </p:txBody>
      </p:sp>
      <p:sp>
        <p:nvSpPr>
          <p:cNvPr id="373" name="Google Shape;373;p11"/>
          <p:cNvSpPr/>
          <p:nvPr/>
        </p:nvSpPr>
        <p:spPr>
          <a:xfrm>
            <a:off x="310316" y="3786190"/>
            <a:ext cx="2857520" cy="1122743"/>
          </a:xfrm>
          <a:prstGeom prst="rect">
            <a:avLst/>
          </a:prstGeom>
          <a:noFill/>
          <a:ln>
            <a:noFill/>
          </a:ln>
        </p:spPr>
        <p:txBody>
          <a:bodyPr spcFirstLastPara="1" wrap="square" lIns="91425" tIns="45700" rIns="91425" bIns="45700" anchor="t" anchorCtr="0">
            <a:spAutoFit/>
          </a:bodyPr>
          <a:lstStyle/>
          <a:p>
            <a:pPr marL="0" marR="0" lvl="0" indent="0" algn="ctr" rtl="0">
              <a:lnSpc>
                <a:spcPct val="93000"/>
              </a:lnSpc>
              <a:spcBef>
                <a:spcPts val="0"/>
              </a:spcBef>
              <a:spcAft>
                <a:spcPts val="0"/>
              </a:spcAft>
              <a:buClr>
                <a:srgbClr val="000000"/>
              </a:buClr>
              <a:buSzPts val="3600"/>
              <a:buFont typeface="Arial"/>
              <a:buNone/>
            </a:pPr>
            <a:r>
              <a:rPr lang="es-AR" sz="3600" b="1" i="1" u="none" strike="noStrike" cap="none">
                <a:solidFill>
                  <a:srgbClr val="0070C0"/>
                </a:solidFill>
                <a:latin typeface="Century Gothic"/>
                <a:ea typeface="Century Gothic"/>
                <a:cs typeface="Century Gothic"/>
                <a:sym typeface="Century Gothic"/>
              </a:rPr>
              <a:t>Registro</a:t>
            </a:r>
            <a:endParaRPr sz="1400" b="0" i="0" u="none" strike="noStrike" cap="none">
              <a:solidFill>
                <a:srgbClr val="000000"/>
              </a:solidFill>
              <a:latin typeface="Arial"/>
              <a:ea typeface="Arial"/>
              <a:cs typeface="Arial"/>
              <a:sym typeface="Arial"/>
            </a:endParaRPr>
          </a:p>
          <a:p>
            <a:pPr marL="0" marR="0" lvl="0" indent="0" algn="ctr" rtl="0">
              <a:lnSpc>
                <a:spcPct val="93000"/>
              </a:lnSpc>
              <a:spcBef>
                <a:spcPts val="0"/>
              </a:spcBef>
              <a:spcAft>
                <a:spcPts val="0"/>
              </a:spcAft>
              <a:buClr>
                <a:srgbClr val="000000"/>
              </a:buClr>
              <a:buSzPts val="3600"/>
              <a:buFont typeface="Arial"/>
              <a:buNone/>
            </a:pPr>
            <a:r>
              <a:rPr lang="es-AR" sz="3600" b="1" i="1" u="none" strike="noStrike" cap="none">
                <a:solidFill>
                  <a:srgbClr val="0070C0"/>
                </a:solidFill>
                <a:latin typeface="Century Gothic"/>
                <a:ea typeface="Century Gothic"/>
                <a:cs typeface="Century Gothic"/>
                <a:sym typeface="Century Gothic"/>
              </a:rPr>
              <a:t>Cabecera</a:t>
            </a:r>
            <a:endParaRPr sz="3600" b="0" i="1" u="none" strike="noStrike" cap="none">
              <a:solidFill>
                <a:srgbClr val="0070C0"/>
              </a:solidFill>
              <a:latin typeface="Century Gothic"/>
              <a:ea typeface="Century Gothic"/>
              <a:cs typeface="Century Gothic"/>
              <a:sym typeface="Century Gothic"/>
            </a:endParaRPr>
          </a:p>
        </p:txBody>
      </p:sp>
      <p:cxnSp>
        <p:nvCxnSpPr>
          <p:cNvPr id="374" name="Google Shape;374;p11"/>
          <p:cNvCxnSpPr/>
          <p:nvPr/>
        </p:nvCxnSpPr>
        <p:spPr>
          <a:xfrm rot="10800000" flipH="1">
            <a:off x="1096134" y="3143248"/>
            <a:ext cx="785700" cy="612000"/>
          </a:xfrm>
          <a:prstGeom prst="curvedConnector3">
            <a:avLst>
              <a:gd name="adj1" fmla="val -4404"/>
            </a:avLst>
          </a:prstGeom>
          <a:solidFill>
            <a:srgbClr val="00B8FF"/>
          </a:solidFill>
          <a:ln w="57150" cap="flat" cmpd="sng">
            <a:solidFill>
              <a:srgbClr val="0070C0"/>
            </a:solidFill>
            <a:prstDash val="solid"/>
            <a:round/>
            <a:headEnd type="none" w="sm" len="sm"/>
            <a:tailEnd type="stealth" w="med" len="med"/>
          </a:ln>
          <a:effectLst>
            <a:outerShdw blurRad="50800" dist="38100" dir="8100000" algn="tr" rotWithShape="0">
              <a:srgbClr val="000000">
                <a:alpha val="40000"/>
              </a:srgbClr>
            </a:outerShdw>
          </a:effectLst>
        </p:spPr>
      </p:cxnSp>
      <p:sp>
        <p:nvSpPr>
          <p:cNvPr id="375" name="Google Shape;375;p11"/>
          <p:cNvSpPr txBox="1"/>
          <p:nvPr/>
        </p:nvSpPr>
        <p:spPr>
          <a:xfrm>
            <a:off x="2115258" y="2546259"/>
            <a:ext cx="9121894" cy="550238"/>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1" i="0" u="none" strike="noStrike" cap="none" dirty="0">
                <a:solidFill>
                  <a:schemeClr val="dk1"/>
                </a:solidFill>
                <a:latin typeface="Century Gothic"/>
                <a:ea typeface="Century Gothic"/>
                <a:cs typeface="Century Gothic"/>
                <a:sym typeface="Century Gothic"/>
              </a:rPr>
              <a:t> -5</a:t>
            </a:r>
            <a:r>
              <a:rPr lang="es-AR" sz="3200" b="0" i="0" u="none" strike="noStrike" cap="none" dirty="0">
                <a:solidFill>
                  <a:schemeClr val="dk1"/>
                </a:solidFill>
                <a:latin typeface="Century Gothic"/>
                <a:ea typeface="Century Gothic"/>
                <a:cs typeface="Century Gothic"/>
                <a:sym typeface="Century Gothic"/>
              </a:rPr>
              <a:t>	 56	304	228	 98	</a:t>
            </a:r>
            <a:r>
              <a:rPr lang="es-AR" sz="3200" b="1" i="0" u="none" strike="noStrike" cap="none" dirty="0">
                <a:solidFill>
                  <a:schemeClr val="dk1"/>
                </a:solidFill>
                <a:latin typeface="Century Gothic"/>
                <a:ea typeface="Century Gothic"/>
                <a:cs typeface="Century Gothic"/>
                <a:sym typeface="Century Gothic"/>
              </a:rPr>
              <a:t>  0</a:t>
            </a:r>
            <a:r>
              <a:rPr lang="es-AR" sz="3200" b="0" i="0" u="none" strike="noStrike" cap="none" dirty="0">
                <a:solidFill>
                  <a:schemeClr val="dk1"/>
                </a:solidFill>
                <a:latin typeface="Century Gothic"/>
                <a:ea typeface="Century Gothic"/>
                <a:cs typeface="Century Gothic"/>
                <a:sym typeface="Century Gothic"/>
              </a:rPr>
              <a:t>	 504  824	 597   15</a:t>
            </a:r>
            <a:endParaRPr sz="3200" b="0" i="0" u="none" strike="noStrike" cap="none" dirty="0">
              <a:solidFill>
                <a:schemeClr val="dk1"/>
              </a:solidFill>
              <a:latin typeface="Century Gothic"/>
              <a:ea typeface="Century Gothic"/>
              <a:cs typeface="Century Gothic"/>
              <a:sym typeface="Century Gothic"/>
            </a:endParaRPr>
          </a:p>
        </p:txBody>
      </p:sp>
      <p:sp>
        <p:nvSpPr>
          <p:cNvPr id="376" name="Google Shape;376;p11"/>
          <p:cNvSpPr/>
          <p:nvPr/>
        </p:nvSpPr>
        <p:spPr>
          <a:xfrm>
            <a:off x="2546430" y="1682188"/>
            <a:ext cx="4409955" cy="563301"/>
          </a:xfrm>
          <a:custGeom>
            <a:avLst/>
            <a:gdLst/>
            <a:ahLst/>
            <a:cxnLst/>
            <a:rect l="l" t="t" r="r" b="b"/>
            <a:pathLst>
              <a:path w="4409955" h="563301" extrusionOk="0">
                <a:moveTo>
                  <a:pt x="0" y="563301"/>
                </a:moveTo>
                <a:cubicBezTo>
                  <a:pt x="818909" y="289366"/>
                  <a:pt x="1637819" y="15432"/>
                  <a:pt x="2372811" y="7716"/>
                </a:cubicBezTo>
                <a:cubicBezTo>
                  <a:pt x="3107803" y="0"/>
                  <a:pt x="3758879" y="258501"/>
                  <a:pt x="4409955" y="517002"/>
                </a:cubicBezTo>
              </a:path>
            </a:pathLst>
          </a:custGeom>
          <a:noFill/>
          <a:ln w="38100" cap="flat" cmpd="sng">
            <a:solidFill>
              <a:srgbClr val="329369"/>
            </a:solidFill>
            <a:prstDash val="solid"/>
            <a:round/>
            <a:headEnd type="none" w="sm" len="sm"/>
            <a:tailEnd type="none" w="sm" len="sm"/>
          </a:ln>
          <a:effectLst>
            <a:outerShdw blurRad="40000" dist="20000" dir="5400000" rotWithShape="0">
              <a:srgbClr val="000000">
                <a:alpha val="36470"/>
              </a:srgbClr>
            </a:outerShdw>
          </a:effectLst>
        </p:spPr>
        <p:txBody>
          <a:bodyPr spcFirstLastPara="1" wrap="square" lIns="91425" tIns="45700" rIns="91425" bIns="45700" anchor="t"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377" name="Google Shape;377;p11"/>
          <p:cNvSpPr txBox="1"/>
          <p:nvPr/>
        </p:nvSpPr>
        <p:spPr>
          <a:xfrm>
            <a:off x="2115258" y="2537332"/>
            <a:ext cx="9501300" cy="550500"/>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1" i="0" u="none" strike="noStrike" cap="none" dirty="0">
                <a:solidFill>
                  <a:schemeClr val="dk1"/>
                </a:solidFill>
                <a:latin typeface="Century Gothic"/>
                <a:ea typeface="Century Gothic"/>
                <a:cs typeface="Century Gothic"/>
                <a:sym typeface="Century Gothic"/>
              </a:rPr>
              <a:t>-2</a:t>
            </a:r>
            <a:r>
              <a:rPr lang="es-AR" sz="3200" b="0" i="0" u="none" strike="noStrike" cap="none" dirty="0">
                <a:solidFill>
                  <a:schemeClr val="dk1"/>
                </a:solidFill>
                <a:latin typeface="Century Gothic"/>
                <a:ea typeface="Century Gothic"/>
                <a:cs typeface="Century Gothic"/>
                <a:sym typeface="Century Gothic"/>
              </a:rPr>
              <a:t>	 156	 </a:t>
            </a:r>
            <a:r>
              <a:rPr lang="es-AR" sz="3200" b="1" i="0" u="none" strike="noStrike" cap="none" dirty="0">
                <a:solidFill>
                  <a:schemeClr val="dk1"/>
                </a:solidFill>
                <a:latin typeface="Century Gothic"/>
                <a:ea typeface="Century Gothic"/>
                <a:cs typeface="Century Gothic"/>
                <a:sym typeface="Century Gothic"/>
              </a:rPr>
              <a:t>-5</a:t>
            </a:r>
            <a:r>
              <a:rPr lang="es-AR" sz="3200" b="0" i="0" u="none" strike="noStrike" cap="none" dirty="0">
                <a:solidFill>
                  <a:schemeClr val="dk1"/>
                </a:solidFill>
                <a:latin typeface="Century Gothic"/>
                <a:ea typeface="Century Gothic"/>
                <a:cs typeface="Century Gothic"/>
                <a:sym typeface="Century Gothic"/>
              </a:rPr>
              <a:t>	 228	 98	    0	 04	  824	  597  15</a:t>
            </a:r>
            <a:endParaRPr sz="3200" b="0" i="0" u="none" strike="noStrike" cap="none" dirty="0">
              <a:solidFill>
                <a:schemeClr val="dk1"/>
              </a:solidFill>
              <a:latin typeface="Century Gothic"/>
              <a:ea typeface="Century Gothic"/>
              <a:cs typeface="Century Gothic"/>
              <a:sym typeface="Century Gothic"/>
            </a:endParaRPr>
          </a:p>
        </p:txBody>
      </p:sp>
      <p:grpSp>
        <p:nvGrpSpPr>
          <p:cNvPr id="378" name="Google Shape;378;p11"/>
          <p:cNvGrpSpPr/>
          <p:nvPr/>
        </p:nvGrpSpPr>
        <p:grpSpPr>
          <a:xfrm>
            <a:off x="2239142" y="1643050"/>
            <a:ext cx="4714908" cy="571504"/>
            <a:chOff x="2239142" y="1643050"/>
            <a:chExt cx="4714908" cy="571504"/>
          </a:xfrm>
        </p:grpSpPr>
        <p:sp>
          <p:nvSpPr>
            <p:cNvPr id="379" name="Google Shape;379;p11"/>
            <p:cNvSpPr/>
            <p:nvPr/>
          </p:nvSpPr>
          <p:spPr>
            <a:xfrm>
              <a:off x="2239142" y="1643050"/>
              <a:ext cx="2214578" cy="563301"/>
            </a:xfrm>
            <a:custGeom>
              <a:avLst/>
              <a:gdLst/>
              <a:ahLst/>
              <a:cxnLst/>
              <a:rect l="l" t="t" r="r" b="b"/>
              <a:pathLst>
                <a:path w="4409955" h="563301" extrusionOk="0">
                  <a:moveTo>
                    <a:pt x="0" y="563301"/>
                  </a:moveTo>
                  <a:cubicBezTo>
                    <a:pt x="818909" y="289366"/>
                    <a:pt x="1637819" y="15432"/>
                    <a:pt x="2372811" y="7716"/>
                  </a:cubicBezTo>
                  <a:cubicBezTo>
                    <a:pt x="3107803" y="0"/>
                    <a:pt x="3758879" y="258501"/>
                    <a:pt x="4409955" y="517002"/>
                  </a:cubicBezTo>
                </a:path>
              </a:pathLst>
            </a:custGeom>
            <a:noFill/>
            <a:ln w="38100" cap="flat" cmpd="sng">
              <a:solidFill>
                <a:srgbClr val="329369"/>
              </a:solidFill>
              <a:prstDash val="solid"/>
              <a:round/>
              <a:headEnd type="none" w="sm" len="sm"/>
              <a:tailEnd type="none" w="sm" len="sm"/>
            </a:ln>
            <a:effectLst>
              <a:outerShdw blurRad="40000" dist="20000" dir="5400000" rotWithShape="0">
                <a:srgbClr val="000000">
                  <a:alpha val="36470"/>
                </a:srgbClr>
              </a:outerShdw>
            </a:effectLst>
          </p:spPr>
          <p:txBody>
            <a:bodyPr spcFirstLastPara="1" wrap="square" lIns="91425" tIns="45700" rIns="91425" bIns="45700" anchor="t"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380" name="Google Shape;380;p11"/>
            <p:cNvSpPr/>
            <p:nvPr/>
          </p:nvSpPr>
          <p:spPr>
            <a:xfrm>
              <a:off x="4525158" y="1651253"/>
              <a:ext cx="2428892" cy="563301"/>
            </a:xfrm>
            <a:custGeom>
              <a:avLst/>
              <a:gdLst/>
              <a:ahLst/>
              <a:cxnLst/>
              <a:rect l="l" t="t" r="r" b="b"/>
              <a:pathLst>
                <a:path w="4409955" h="563301" extrusionOk="0">
                  <a:moveTo>
                    <a:pt x="0" y="563301"/>
                  </a:moveTo>
                  <a:cubicBezTo>
                    <a:pt x="818909" y="289366"/>
                    <a:pt x="1637819" y="15432"/>
                    <a:pt x="2372811" y="7716"/>
                  </a:cubicBezTo>
                  <a:cubicBezTo>
                    <a:pt x="3107803" y="0"/>
                    <a:pt x="3758879" y="258501"/>
                    <a:pt x="4409955" y="517002"/>
                  </a:cubicBezTo>
                </a:path>
              </a:pathLst>
            </a:custGeom>
            <a:noFill/>
            <a:ln w="38100" cap="flat" cmpd="sng">
              <a:solidFill>
                <a:srgbClr val="329369"/>
              </a:solidFill>
              <a:prstDash val="solid"/>
              <a:round/>
              <a:headEnd type="none" w="sm" len="sm"/>
              <a:tailEnd type="none" w="sm" len="sm"/>
            </a:ln>
            <a:effectLst>
              <a:outerShdw blurRad="40000" dist="20000" dir="5400000" rotWithShape="0">
                <a:srgbClr val="000000">
                  <a:alpha val="36470"/>
                </a:srgbClr>
              </a:outerShdw>
            </a:effectLst>
          </p:spPr>
          <p:txBody>
            <a:bodyPr spcFirstLastPara="1" wrap="square" lIns="91425" tIns="45700" rIns="91425" bIns="45700" anchor="t"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grpSp>
      <p:sp>
        <p:nvSpPr>
          <p:cNvPr id="381" name="Google Shape;381;p11"/>
          <p:cNvSpPr txBox="1"/>
          <p:nvPr/>
        </p:nvSpPr>
        <p:spPr>
          <a:xfrm>
            <a:off x="1282700" y="2534156"/>
            <a:ext cx="10002900" cy="550238"/>
          </a:xfrm>
          <a:prstGeom prst="rect">
            <a:avLst/>
          </a:prstGeom>
          <a:noFill/>
          <a:ln>
            <a:noFill/>
          </a:ln>
        </p:spPr>
        <p:txBody>
          <a:bodyPr spcFirstLastPara="1" wrap="square" lIns="91425" tIns="45700" rIns="91425" bIns="45700" anchor="t" anchorCtr="0">
            <a:spAutoFit/>
          </a:bodyPr>
          <a:lstStyle/>
          <a:p>
            <a:pPr marL="0" marR="0" lvl="0" indent="0" algn="l" rtl="0">
              <a:lnSpc>
                <a:spcPct val="93000"/>
              </a:lnSpc>
              <a:spcBef>
                <a:spcPts val="0"/>
              </a:spcBef>
              <a:spcAft>
                <a:spcPts val="0"/>
              </a:spcAft>
              <a:buClr>
                <a:srgbClr val="000000"/>
              </a:buClr>
              <a:buSzPts val="3200"/>
              <a:buFont typeface="Arial"/>
              <a:buNone/>
            </a:pPr>
            <a:r>
              <a:rPr lang="es-AR" sz="3200" b="0" i="0" u="none" strike="noStrike" cap="none" dirty="0">
                <a:solidFill>
                  <a:schemeClr val="dk1"/>
                </a:solidFill>
                <a:latin typeface="Century Gothic"/>
                <a:ea typeface="Century Gothic"/>
                <a:cs typeface="Century Gothic"/>
                <a:sym typeface="Century Gothic"/>
              </a:rPr>
              <a:t>	</a:t>
            </a:r>
            <a:r>
              <a:rPr lang="es-AR" sz="3200" b="1" i="0" u="none" strike="noStrike" cap="none" dirty="0">
                <a:solidFill>
                  <a:schemeClr val="dk1"/>
                </a:solidFill>
                <a:latin typeface="Century Gothic"/>
                <a:ea typeface="Century Gothic"/>
                <a:cs typeface="Century Gothic"/>
                <a:sym typeface="Century Gothic"/>
              </a:rPr>
              <a:t>-7   </a:t>
            </a:r>
            <a:r>
              <a:rPr lang="es-AR" sz="3200" b="0" i="0" u="none" strike="noStrike" cap="none" dirty="0">
                <a:solidFill>
                  <a:schemeClr val="dk1"/>
                </a:solidFill>
                <a:latin typeface="Century Gothic"/>
                <a:ea typeface="Century Gothic"/>
                <a:cs typeface="Century Gothic"/>
                <a:sym typeface="Century Gothic"/>
              </a:rPr>
              <a:t>  156	-5	228	 98	 0	 504	 </a:t>
            </a:r>
            <a:r>
              <a:rPr lang="es-AR" sz="3200" b="1" i="0" u="none" strike="noStrike" cap="none" dirty="0">
                <a:solidFill>
                  <a:schemeClr val="dk1"/>
                </a:solidFill>
                <a:latin typeface="Century Gothic"/>
                <a:ea typeface="Century Gothic"/>
                <a:cs typeface="Century Gothic"/>
                <a:sym typeface="Century Gothic"/>
              </a:rPr>
              <a:t>-2</a:t>
            </a:r>
            <a:r>
              <a:rPr lang="es-AR" sz="3200" b="0" i="0" u="none" strike="noStrike" cap="none" dirty="0">
                <a:solidFill>
                  <a:schemeClr val="dk1"/>
                </a:solidFill>
                <a:latin typeface="Century Gothic"/>
                <a:ea typeface="Century Gothic"/>
                <a:cs typeface="Century Gothic"/>
                <a:sym typeface="Century Gothic"/>
              </a:rPr>
              <a:t>	597  15</a:t>
            </a:r>
            <a:endParaRPr sz="3200" b="0" i="0" u="none" strike="noStrike" cap="none" dirty="0">
              <a:solidFill>
                <a:schemeClr val="dk1"/>
              </a:solidFill>
              <a:latin typeface="Century Gothic"/>
              <a:ea typeface="Century Gothic"/>
              <a:cs typeface="Century Gothic"/>
              <a:sym typeface="Century Gothic"/>
            </a:endParaRPr>
          </a:p>
        </p:txBody>
      </p:sp>
      <p:sp>
        <p:nvSpPr>
          <p:cNvPr id="382" name="Google Shape;382;p11"/>
          <p:cNvSpPr/>
          <p:nvPr/>
        </p:nvSpPr>
        <p:spPr>
          <a:xfrm>
            <a:off x="2524894" y="1500175"/>
            <a:ext cx="6357982" cy="714380"/>
          </a:xfrm>
          <a:custGeom>
            <a:avLst/>
            <a:gdLst/>
            <a:ahLst/>
            <a:cxnLst/>
            <a:rect l="l" t="t" r="r" b="b"/>
            <a:pathLst>
              <a:path w="4409955" h="563301" extrusionOk="0">
                <a:moveTo>
                  <a:pt x="0" y="563301"/>
                </a:moveTo>
                <a:cubicBezTo>
                  <a:pt x="818909" y="289366"/>
                  <a:pt x="1637819" y="15432"/>
                  <a:pt x="2372811" y="7716"/>
                </a:cubicBezTo>
                <a:cubicBezTo>
                  <a:pt x="3107803" y="0"/>
                  <a:pt x="3758879" y="258501"/>
                  <a:pt x="4409955" y="517002"/>
                </a:cubicBezTo>
              </a:path>
            </a:pathLst>
          </a:custGeom>
          <a:noFill/>
          <a:ln w="38100" cap="flat" cmpd="sng">
            <a:solidFill>
              <a:srgbClr val="329369"/>
            </a:solidFill>
            <a:prstDash val="solid"/>
            <a:round/>
            <a:headEnd type="none" w="sm" len="sm"/>
            <a:tailEnd type="none" w="sm" len="sm"/>
          </a:ln>
          <a:effectLst>
            <a:outerShdw blurRad="40000" dist="20000" dir="5400000" rotWithShape="0">
              <a:srgbClr val="000000">
                <a:alpha val="36470"/>
              </a:srgbClr>
            </a:outerShdw>
          </a:effectLst>
        </p:spPr>
        <p:txBody>
          <a:bodyPr spcFirstLastPara="1" wrap="square" lIns="91425" tIns="45700" rIns="91425" bIns="45700" anchor="t"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383" name="Google Shape;383;p11"/>
          <p:cNvSpPr/>
          <p:nvPr/>
        </p:nvSpPr>
        <p:spPr>
          <a:xfrm rot="10800000">
            <a:off x="4310844" y="3714752"/>
            <a:ext cx="4643470" cy="1000132"/>
          </a:xfrm>
          <a:custGeom>
            <a:avLst/>
            <a:gdLst/>
            <a:ahLst/>
            <a:cxnLst/>
            <a:rect l="l" t="t" r="r" b="b"/>
            <a:pathLst>
              <a:path w="4409955" h="563301" extrusionOk="0">
                <a:moveTo>
                  <a:pt x="0" y="563301"/>
                </a:moveTo>
                <a:cubicBezTo>
                  <a:pt x="818909" y="289366"/>
                  <a:pt x="1637819" y="15432"/>
                  <a:pt x="2372811" y="7716"/>
                </a:cubicBezTo>
                <a:cubicBezTo>
                  <a:pt x="3107803" y="0"/>
                  <a:pt x="3758879" y="258501"/>
                  <a:pt x="4409955" y="517002"/>
                </a:cubicBezTo>
              </a:path>
            </a:pathLst>
          </a:custGeom>
          <a:noFill/>
          <a:ln w="38100" cap="flat" cmpd="sng">
            <a:solidFill>
              <a:srgbClr val="329369"/>
            </a:solidFill>
            <a:prstDash val="solid"/>
            <a:round/>
            <a:headEnd type="none" w="sm" len="sm"/>
            <a:tailEnd type="none" w="sm" len="sm"/>
          </a:ln>
          <a:effectLst>
            <a:outerShdw blurRad="40000" dist="20000" dir="5400000" rotWithShape="0">
              <a:srgbClr val="000000">
                <a:alpha val="36470"/>
              </a:srgbClr>
            </a:outerShdw>
          </a:effectLst>
        </p:spPr>
        <p:txBody>
          <a:bodyPr spcFirstLastPara="1" wrap="square" lIns="91425" tIns="45700" rIns="91425" bIns="45700" anchor="t"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
        <p:nvSpPr>
          <p:cNvPr id="384" name="Google Shape;384;p11"/>
          <p:cNvSpPr/>
          <p:nvPr/>
        </p:nvSpPr>
        <p:spPr>
          <a:xfrm rot="10800000" flipH="1">
            <a:off x="4596596" y="3786326"/>
            <a:ext cx="2425475" cy="499930"/>
          </a:xfrm>
          <a:custGeom>
            <a:avLst/>
            <a:gdLst/>
            <a:ahLst/>
            <a:cxnLst/>
            <a:rect l="l" t="t" r="r" b="b"/>
            <a:pathLst>
              <a:path w="4409955" h="563301" extrusionOk="0">
                <a:moveTo>
                  <a:pt x="0" y="563301"/>
                </a:moveTo>
                <a:cubicBezTo>
                  <a:pt x="818909" y="289366"/>
                  <a:pt x="1637819" y="15432"/>
                  <a:pt x="2372811" y="7716"/>
                </a:cubicBezTo>
                <a:cubicBezTo>
                  <a:pt x="3107803" y="0"/>
                  <a:pt x="3758879" y="258501"/>
                  <a:pt x="4409955" y="517002"/>
                </a:cubicBezTo>
              </a:path>
            </a:pathLst>
          </a:custGeom>
          <a:noFill/>
          <a:ln w="38100" cap="flat" cmpd="sng">
            <a:solidFill>
              <a:srgbClr val="329369"/>
            </a:solidFill>
            <a:prstDash val="solid"/>
            <a:round/>
            <a:headEnd type="none" w="sm" len="sm"/>
            <a:tailEnd type="none" w="sm" len="sm"/>
          </a:ln>
          <a:effectLst>
            <a:outerShdw blurRad="40000" dist="20000" dir="5400000" rotWithShape="0">
              <a:srgbClr val="000000">
                <a:alpha val="36470"/>
              </a:srgbClr>
            </a:outerShdw>
          </a:effectLst>
        </p:spPr>
        <p:txBody>
          <a:bodyPr spcFirstLastPara="1" wrap="square" lIns="91425" tIns="45700" rIns="91425" bIns="45700" anchor="t" anchorCtr="0">
            <a:noAutofit/>
          </a:bodyPr>
          <a:lstStyle/>
          <a:p>
            <a:pPr marL="0" marR="0" lvl="0" indent="0" algn="l" rtl="0">
              <a:lnSpc>
                <a:spcPct val="93000"/>
              </a:lnSpc>
              <a:spcBef>
                <a:spcPts val="0"/>
              </a:spcBef>
              <a:spcAft>
                <a:spcPts val="0"/>
              </a:spcAft>
              <a:buClr>
                <a:srgbClr val="000000"/>
              </a:buClr>
              <a:buSzPts val="1800"/>
              <a:buFont typeface="Times New Roman"/>
              <a:buNone/>
            </a:pPr>
            <a:endParaRPr sz="1800" b="0" i="0" u="none" strike="noStrike" cap="none">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68"/>
                                        </p:tgtEl>
                                        <p:attrNameLst>
                                          <p:attrName>style.visibility</p:attrName>
                                        </p:attrNameLst>
                                      </p:cBhvr>
                                      <p:to>
                                        <p:strVal val="visible"/>
                                      </p:to>
                                    </p:set>
                                    <p:animEffect transition="in" filter="fade">
                                      <p:cBhvr>
                                        <p:cTn id="7" dur="1000"/>
                                        <p:tgtEl>
                                          <p:spTgt spid="368"/>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55"/>
                                        </p:tgtEl>
                                        <p:attrNameLst>
                                          <p:attrName>style.visibility</p:attrName>
                                        </p:attrNameLst>
                                      </p:cBhvr>
                                      <p:to>
                                        <p:strVal val="visible"/>
                                      </p:to>
                                    </p:set>
                                    <p:animEffect transition="in" filter="fade">
                                      <p:cBhvr>
                                        <p:cTn id="11" dur="1000"/>
                                        <p:tgtEl>
                                          <p:spTgt spid="355"/>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369"/>
                                        </p:tgtEl>
                                        <p:attrNameLst>
                                          <p:attrName>style.visibility</p:attrName>
                                        </p:attrNameLst>
                                      </p:cBhvr>
                                      <p:to>
                                        <p:strVal val="visible"/>
                                      </p:to>
                                    </p:set>
                                    <p:animEffect transition="in" filter="fade">
                                      <p:cBhvr>
                                        <p:cTn id="15" dur="1000"/>
                                        <p:tgtEl>
                                          <p:spTgt spid="36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371"/>
                                        </p:tgtEl>
                                        <p:attrNameLst>
                                          <p:attrName>style.visibility</p:attrName>
                                        </p:attrNameLst>
                                      </p:cBhvr>
                                      <p:to>
                                        <p:strVal val="visible"/>
                                      </p:to>
                                    </p:set>
                                    <p:animEffect transition="in" filter="fade">
                                      <p:cBhvr>
                                        <p:cTn id="19" dur="500"/>
                                        <p:tgtEl>
                                          <p:spTgt spid="371"/>
                                        </p:tgtEl>
                                      </p:cBhvr>
                                    </p:animEffect>
                                  </p:childTnLst>
                                </p:cTn>
                              </p:par>
                            </p:childTnLst>
                          </p:cTn>
                        </p:par>
                        <p:par>
                          <p:cTn id="20" fill="hold">
                            <p:stCondLst>
                              <p:cond delay="3500"/>
                            </p:stCondLst>
                            <p:childTnLst>
                              <p:par>
                                <p:cTn id="21" presetID="23" presetClass="entr" presetSubtype="16" fill="hold" nodeType="afterEffect">
                                  <p:stCondLst>
                                    <p:cond delay="0"/>
                                  </p:stCondLst>
                                  <p:childTnLst>
                                    <p:set>
                                      <p:cBhvr>
                                        <p:cTn id="22" dur="1" fill="hold">
                                          <p:stCondLst>
                                            <p:cond delay="0"/>
                                          </p:stCondLst>
                                        </p:cTn>
                                        <p:tgtEl>
                                          <p:spTgt spid="374"/>
                                        </p:tgtEl>
                                        <p:attrNameLst>
                                          <p:attrName>style.visibility</p:attrName>
                                        </p:attrNameLst>
                                      </p:cBhvr>
                                      <p:to>
                                        <p:strVal val="visible"/>
                                      </p:to>
                                    </p:set>
                                    <p:anim calcmode="lin" valueType="num">
                                      <p:cBhvr additive="base">
                                        <p:cTn id="23" dur="500"/>
                                        <p:tgtEl>
                                          <p:spTgt spid="374"/>
                                        </p:tgtEl>
                                        <p:attrNameLst>
                                          <p:attrName>ppt_w</p:attrName>
                                        </p:attrNameLst>
                                      </p:cBhvr>
                                      <p:tavLst>
                                        <p:tav tm="0">
                                          <p:val>
                                            <p:strVal val="0"/>
                                          </p:val>
                                        </p:tav>
                                        <p:tav tm="100000">
                                          <p:val>
                                            <p:strVal val="#ppt_w"/>
                                          </p:val>
                                        </p:tav>
                                      </p:tavLst>
                                    </p:anim>
                                    <p:anim calcmode="lin" valueType="num">
                                      <p:cBhvr additive="base">
                                        <p:cTn id="24" dur="500"/>
                                        <p:tgtEl>
                                          <p:spTgt spid="374"/>
                                        </p:tgtEl>
                                        <p:attrNameLst>
                                          <p:attrName>ppt_h</p:attrName>
                                        </p:attrNameLst>
                                      </p:cBhvr>
                                      <p:tavLst>
                                        <p:tav tm="0">
                                          <p:val>
                                            <p:strVal val="0"/>
                                          </p:val>
                                        </p:tav>
                                        <p:tav tm="100000">
                                          <p:val>
                                            <p:strVal val="#ppt_h"/>
                                          </p:val>
                                        </p:tav>
                                      </p:tavLst>
                                    </p:anim>
                                  </p:childTnLst>
                                </p:cTn>
                              </p:par>
                            </p:childTnLst>
                          </p:cTn>
                        </p:par>
                        <p:par>
                          <p:cTn id="25" fill="hold">
                            <p:stCondLst>
                              <p:cond delay="4000"/>
                            </p:stCondLst>
                            <p:childTnLst>
                              <p:par>
                                <p:cTn id="26" presetID="23" presetClass="entr" presetSubtype="16" fill="hold" nodeType="afterEffect">
                                  <p:stCondLst>
                                    <p:cond delay="0"/>
                                  </p:stCondLst>
                                  <p:childTnLst>
                                    <p:set>
                                      <p:cBhvr>
                                        <p:cTn id="27" dur="1" fill="hold">
                                          <p:stCondLst>
                                            <p:cond delay="0"/>
                                          </p:stCondLst>
                                        </p:cTn>
                                        <p:tgtEl>
                                          <p:spTgt spid="373"/>
                                        </p:tgtEl>
                                        <p:attrNameLst>
                                          <p:attrName>style.visibility</p:attrName>
                                        </p:attrNameLst>
                                      </p:cBhvr>
                                      <p:to>
                                        <p:strVal val="visible"/>
                                      </p:to>
                                    </p:set>
                                    <p:anim calcmode="lin" valueType="num">
                                      <p:cBhvr additive="base">
                                        <p:cTn id="28" dur="500"/>
                                        <p:tgtEl>
                                          <p:spTgt spid="373"/>
                                        </p:tgtEl>
                                        <p:attrNameLst>
                                          <p:attrName>ppt_w</p:attrName>
                                        </p:attrNameLst>
                                      </p:cBhvr>
                                      <p:tavLst>
                                        <p:tav tm="0">
                                          <p:val>
                                            <p:strVal val="0"/>
                                          </p:val>
                                        </p:tav>
                                        <p:tav tm="100000">
                                          <p:val>
                                            <p:strVal val="#ppt_w"/>
                                          </p:val>
                                        </p:tav>
                                      </p:tavLst>
                                    </p:anim>
                                    <p:anim calcmode="lin" valueType="num">
                                      <p:cBhvr additive="base">
                                        <p:cTn id="29" dur="500"/>
                                        <p:tgtEl>
                                          <p:spTgt spid="373"/>
                                        </p:tgtEl>
                                        <p:attrNameLst>
                                          <p:attrName>ppt_h</p:attrName>
                                        </p:attrNameLst>
                                      </p:cBhvr>
                                      <p:tavLst>
                                        <p:tav tm="0">
                                          <p:val>
                                            <p:strVal val="0"/>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72"/>
                                        </p:tgtEl>
                                        <p:attrNameLst>
                                          <p:attrName>style.visibility</p:attrName>
                                        </p:attrNameLst>
                                      </p:cBhvr>
                                      <p:to>
                                        <p:strVal val="visible"/>
                                      </p:to>
                                    </p:set>
                                    <p:animEffect transition="in" filter="fade">
                                      <p:cBhvr>
                                        <p:cTn id="34" dur="500"/>
                                        <p:tgtEl>
                                          <p:spTgt spid="372"/>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370">
                                            <p:txEl>
                                              <p:pRg st="0" end="0"/>
                                            </p:txEl>
                                          </p:spTgt>
                                        </p:tgtEl>
                                        <p:attrNameLst>
                                          <p:attrName>style.visibility</p:attrName>
                                        </p:attrNameLst>
                                      </p:cBhvr>
                                      <p:to>
                                        <p:strVal val="visible"/>
                                      </p:to>
                                    </p:set>
                                    <p:animEffect transition="in" filter="fade">
                                      <p:cBhvr>
                                        <p:cTn id="38" dur="500"/>
                                        <p:tgtEl>
                                          <p:spTgt spid="370">
                                            <p:txEl>
                                              <p:pRg st="0" end="0"/>
                                            </p:txEl>
                                          </p:spTgt>
                                        </p:tgtEl>
                                      </p:cBhvr>
                                    </p:animEffect>
                                  </p:childTnLst>
                                </p:cTn>
                              </p:par>
                            </p:childTnLst>
                          </p:cTn>
                        </p:par>
                        <p:par>
                          <p:cTn id="39" fill="hold">
                            <p:stCondLst>
                              <p:cond delay="1000"/>
                            </p:stCondLst>
                            <p:childTnLst>
                              <p:par>
                                <p:cTn id="40" presetID="10" presetClass="entr" presetSubtype="0" fill="hold" nodeType="afterEffect">
                                  <p:stCondLst>
                                    <p:cond delay="0"/>
                                  </p:stCondLst>
                                  <p:childTnLst>
                                    <p:set>
                                      <p:cBhvr>
                                        <p:cTn id="41" dur="1" fill="hold">
                                          <p:stCondLst>
                                            <p:cond delay="0"/>
                                          </p:stCondLst>
                                        </p:cTn>
                                        <p:tgtEl>
                                          <p:spTgt spid="370">
                                            <p:txEl>
                                              <p:pRg st="1" end="1"/>
                                            </p:txEl>
                                          </p:spTgt>
                                        </p:tgtEl>
                                        <p:attrNameLst>
                                          <p:attrName>style.visibility</p:attrName>
                                        </p:attrNameLst>
                                      </p:cBhvr>
                                      <p:to>
                                        <p:strVal val="visible"/>
                                      </p:to>
                                    </p:set>
                                    <p:animEffect transition="in" filter="fade">
                                      <p:cBhvr>
                                        <p:cTn id="42" dur="500"/>
                                        <p:tgtEl>
                                          <p:spTgt spid="370">
                                            <p:txEl>
                                              <p:pRg st="1" end="1"/>
                                            </p:txEl>
                                          </p:spTgt>
                                        </p:tgtEl>
                                      </p:cBhvr>
                                    </p:animEffect>
                                  </p:childTnLst>
                                </p:cTn>
                              </p:par>
                            </p:childTnLst>
                          </p:cTn>
                        </p:par>
                        <p:par>
                          <p:cTn id="43" fill="hold">
                            <p:stCondLst>
                              <p:cond delay="1500"/>
                            </p:stCondLst>
                            <p:childTnLst>
                              <p:par>
                                <p:cTn id="44" presetID="10" presetClass="entr" presetSubtype="0" fill="hold" nodeType="afterEffect">
                                  <p:stCondLst>
                                    <p:cond delay="0"/>
                                  </p:stCondLst>
                                  <p:childTnLst>
                                    <p:set>
                                      <p:cBhvr>
                                        <p:cTn id="45" dur="1" fill="hold">
                                          <p:stCondLst>
                                            <p:cond delay="0"/>
                                          </p:stCondLst>
                                        </p:cTn>
                                        <p:tgtEl>
                                          <p:spTgt spid="370">
                                            <p:txEl>
                                              <p:pRg st="2" end="2"/>
                                            </p:txEl>
                                          </p:spTgt>
                                        </p:tgtEl>
                                        <p:attrNameLst>
                                          <p:attrName>style.visibility</p:attrName>
                                        </p:attrNameLst>
                                      </p:cBhvr>
                                      <p:to>
                                        <p:strVal val="visible"/>
                                      </p:to>
                                    </p:set>
                                    <p:animEffect transition="in" filter="fade">
                                      <p:cBhvr>
                                        <p:cTn id="46" dur="500"/>
                                        <p:tgtEl>
                                          <p:spTgt spid="370">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75"/>
                                        </p:tgtEl>
                                        <p:attrNameLst>
                                          <p:attrName>style.visibility</p:attrName>
                                        </p:attrNameLst>
                                      </p:cBhvr>
                                      <p:to>
                                        <p:strVal val="visible"/>
                                      </p:to>
                                    </p:set>
                                  </p:childTnLst>
                                </p:cTn>
                              </p:par>
                              <p:par>
                                <p:cTn id="51" presetID="1" presetClass="exit" presetSubtype="0" fill="hold" nodeType="withEffect">
                                  <p:stCondLst>
                                    <p:cond delay="0"/>
                                  </p:stCondLst>
                                  <p:childTnLst>
                                    <p:set>
                                      <p:cBhvr>
                                        <p:cTn id="52" dur="1" fill="hold">
                                          <p:stCondLst>
                                            <p:cond delay="1"/>
                                          </p:stCondLst>
                                        </p:cTn>
                                        <p:tgtEl>
                                          <p:spTgt spid="371"/>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1"/>
                                          </p:stCondLst>
                                        </p:cTn>
                                        <p:tgtEl>
                                          <p:spTgt spid="368"/>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375"/>
                                        </p:tgtEl>
                                        <p:attrNameLst>
                                          <p:attrName>style.visibility</p:attrName>
                                        </p:attrNameLst>
                                      </p:cBhvr>
                                      <p:to>
                                        <p:strVal val="visible"/>
                                      </p:to>
                                    </p:set>
                                  </p:childTnLst>
                                </p:cTn>
                              </p:par>
                              <p:par>
                                <p:cTn id="57" presetID="10" presetClass="entr" presetSubtype="0" fill="hold" nodeType="withEffect">
                                  <p:stCondLst>
                                    <p:cond delay="0"/>
                                  </p:stCondLst>
                                  <p:childTnLst>
                                    <p:set>
                                      <p:cBhvr>
                                        <p:cTn id="58" dur="1" fill="hold">
                                          <p:stCondLst>
                                            <p:cond delay="0"/>
                                          </p:stCondLst>
                                        </p:cTn>
                                        <p:tgtEl>
                                          <p:spTgt spid="376"/>
                                        </p:tgtEl>
                                        <p:attrNameLst>
                                          <p:attrName>style.visibility</p:attrName>
                                        </p:attrNameLst>
                                      </p:cBhvr>
                                      <p:to>
                                        <p:strVal val="visible"/>
                                      </p:to>
                                    </p:set>
                                    <p:animEffect transition="in" filter="fade">
                                      <p:cBhvr>
                                        <p:cTn id="59" dur="2000"/>
                                        <p:tgtEl>
                                          <p:spTgt spid="376"/>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377"/>
                                        </p:tgtEl>
                                        <p:attrNameLst>
                                          <p:attrName>style.visibility</p:attrName>
                                        </p:attrNameLst>
                                      </p:cBhvr>
                                      <p:to>
                                        <p:strVal val="visible"/>
                                      </p:to>
                                    </p:set>
                                  </p:childTnLst>
                                </p:cTn>
                              </p:par>
                              <p:par>
                                <p:cTn id="64" presetID="1" presetClass="exit" presetSubtype="0" fill="hold" nodeType="withEffect">
                                  <p:stCondLst>
                                    <p:cond delay="0"/>
                                  </p:stCondLst>
                                  <p:childTnLst>
                                    <p:set>
                                      <p:cBhvr>
                                        <p:cTn id="65" dur="1" fill="hold">
                                          <p:stCondLst>
                                            <p:cond delay="1"/>
                                          </p:stCondLst>
                                        </p:cTn>
                                        <p:tgtEl>
                                          <p:spTgt spid="375"/>
                                        </p:tgtEl>
                                        <p:attrNameLst>
                                          <p:attrName>style.visibility</p:attrName>
                                        </p:attrNameLst>
                                      </p:cBhvr>
                                      <p:to>
                                        <p:strVal val="hidden"/>
                                      </p:to>
                                    </p:set>
                                  </p:childTnLst>
                                </p:cTn>
                              </p:par>
                              <p:par>
                                <p:cTn id="66" presetID="1" presetClass="entr" presetSubtype="0" fill="hold" nodeType="withEffect">
                                  <p:stCondLst>
                                    <p:cond delay="0"/>
                                  </p:stCondLst>
                                  <p:childTnLst>
                                    <p:set>
                                      <p:cBhvr>
                                        <p:cTn id="67" dur="1" fill="hold">
                                          <p:stCondLst>
                                            <p:cond delay="0"/>
                                          </p:stCondLst>
                                        </p:cTn>
                                        <p:tgtEl>
                                          <p:spTgt spid="377"/>
                                        </p:tgtEl>
                                        <p:attrNameLst>
                                          <p:attrName>style.visibility</p:attrName>
                                        </p:attrNameLst>
                                      </p:cBhvr>
                                      <p:to>
                                        <p:strVal val="visible"/>
                                      </p:to>
                                    </p:set>
                                  </p:childTnLst>
                                </p:cTn>
                              </p:par>
                              <p:par>
                                <p:cTn id="68" presetID="1" presetClass="exit" presetSubtype="0" fill="hold" nodeType="withEffect">
                                  <p:stCondLst>
                                    <p:cond delay="0"/>
                                  </p:stCondLst>
                                  <p:childTnLst>
                                    <p:set>
                                      <p:cBhvr>
                                        <p:cTn id="69" dur="1" fill="hold">
                                          <p:stCondLst>
                                            <p:cond delay="1"/>
                                          </p:stCondLst>
                                        </p:cTn>
                                        <p:tgtEl>
                                          <p:spTgt spid="376"/>
                                        </p:tgtEl>
                                        <p:attrNameLst>
                                          <p:attrName>style.visibility</p:attrName>
                                        </p:attrNameLst>
                                      </p:cBhvr>
                                      <p:to>
                                        <p:strVal val="hidden"/>
                                      </p:to>
                                    </p:set>
                                  </p:childTnLst>
                                </p:cTn>
                              </p:par>
                              <p:par>
                                <p:cTn id="70" presetID="10" presetClass="entr" presetSubtype="0" fill="hold" nodeType="withEffect">
                                  <p:stCondLst>
                                    <p:cond delay="0"/>
                                  </p:stCondLst>
                                  <p:childTnLst>
                                    <p:set>
                                      <p:cBhvr>
                                        <p:cTn id="71" dur="1" fill="hold">
                                          <p:stCondLst>
                                            <p:cond delay="0"/>
                                          </p:stCondLst>
                                        </p:cTn>
                                        <p:tgtEl>
                                          <p:spTgt spid="378"/>
                                        </p:tgtEl>
                                        <p:attrNameLst>
                                          <p:attrName>style.visibility</p:attrName>
                                        </p:attrNameLst>
                                      </p:cBhvr>
                                      <p:to>
                                        <p:strVal val="visible"/>
                                      </p:to>
                                    </p:set>
                                    <p:animEffect transition="in" filter="fade">
                                      <p:cBhvr>
                                        <p:cTn id="72" dur="500"/>
                                        <p:tgtEl>
                                          <p:spTgt spid="378"/>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8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81"/>
                                        </p:tgtEl>
                                        <p:attrNameLst>
                                          <p:attrName>style.visibility</p:attrName>
                                        </p:attrNameLst>
                                      </p:cBhvr>
                                      <p:to>
                                        <p:strVal val="visible"/>
                                      </p:to>
                                    </p:set>
                                  </p:childTnLst>
                                </p:cTn>
                              </p:par>
                              <p:par>
                                <p:cTn id="79" presetID="1" presetClass="exit" presetSubtype="0" fill="hold" nodeType="withEffect">
                                  <p:stCondLst>
                                    <p:cond delay="0"/>
                                  </p:stCondLst>
                                  <p:childTnLst>
                                    <p:set>
                                      <p:cBhvr>
                                        <p:cTn id="80" dur="1" fill="hold">
                                          <p:stCondLst>
                                            <p:cond delay="1"/>
                                          </p:stCondLst>
                                        </p:cTn>
                                        <p:tgtEl>
                                          <p:spTgt spid="377"/>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1"/>
                                          </p:stCondLst>
                                        </p:cTn>
                                        <p:tgtEl>
                                          <p:spTgt spid="378"/>
                                        </p:tgtEl>
                                        <p:attrNameLst>
                                          <p:attrName>style.visibility</p:attrName>
                                        </p:attrNameLst>
                                      </p:cBhvr>
                                      <p:to>
                                        <p:strVal val="hidden"/>
                                      </p:to>
                                    </p:set>
                                  </p:childTnLst>
                                </p:cTn>
                              </p:par>
                            </p:childTnLst>
                          </p:cTn>
                        </p:par>
                        <p:par>
                          <p:cTn id="83" fill="hold">
                            <p:stCondLst>
                              <p:cond delay="1"/>
                            </p:stCondLst>
                            <p:childTnLst>
                              <p:par>
                                <p:cTn id="84" presetID="10" presetClass="entr" presetSubtype="0" fill="hold" nodeType="afterEffect">
                                  <p:stCondLst>
                                    <p:cond delay="0"/>
                                  </p:stCondLst>
                                  <p:childTnLst>
                                    <p:set>
                                      <p:cBhvr>
                                        <p:cTn id="85" dur="1" fill="hold">
                                          <p:stCondLst>
                                            <p:cond delay="0"/>
                                          </p:stCondLst>
                                        </p:cTn>
                                        <p:tgtEl>
                                          <p:spTgt spid="382"/>
                                        </p:tgtEl>
                                        <p:attrNameLst>
                                          <p:attrName>style.visibility</p:attrName>
                                        </p:attrNameLst>
                                      </p:cBhvr>
                                      <p:to>
                                        <p:strVal val="visible"/>
                                      </p:to>
                                    </p:set>
                                    <p:animEffect transition="in" filter="fade">
                                      <p:cBhvr>
                                        <p:cTn id="86" dur="1000"/>
                                        <p:tgtEl>
                                          <p:spTgt spid="382"/>
                                        </p:tgtEl>
                                      </p:cBhvr>
                                    </p:animEffect>
                                  </p:childTnLst>
                                </p:cTn>
                              </p:par>
                            </p:childTnLst>
                          </p:cTn>
                        </p:par>
                        <p:par>
                          <p:cTn id="87" fill="hold">
                            <p:stCondLst>
                              <p:cond delay="1001"/>
                            </p:stCondLst>
                            <p:childTnLst>
                              <p:par>
                                <p:cTn id="88" presetID="10" presetClass="entr" presetSubtype="0" fill="hold" nodeType="afterEffect">
                                  <p:stCondLst>
                                    <p:cond delay="0"/>
                                  </p:stCondLst>
                                  <p:childTnLst>
                                    <p:set>
                                      <p:cBhvr>
                                        <p:cTn id="89" dur="1" fill="hold">
                                          <p:stCondLst>
                                            <p:cond delay="0"/>
                                          </p:stCondLst>
                                        </p:cTn>
                                        <p:tgtEl>
                                          <p:spTgt spid="383"/>
                                        </p:tgtEl>
                                        <p:attrNameLst>
                                          <p:attrName>style.visibility</p:attrName>
                                        </p:attrNameLst>
                                      </p:cBhvr>
                                      <p:to>
                                        <p:strVal val="visible"/>
                                      </p:to>
                                    </p:set>
                                    <p:animEffect transition="in" filter="fade">
                                      <p:cBhvr>
                                        <p:cTn id="90" dur="1000"/>
                                        <p:tgtEl>
                                          <p:spTgt spid="383"/>
                                        </p:tgtEl>
                                      </p:cBhvr>
                                    </p:animEffect>
                                  </p:childTnLst>
                                </p:cTn>
                              </p:par>
                            </p:childTnLst>
                          </p:cTn>
                        </p:par>
                        <p:par>
                          <p:cTn id="91" fill="hold">
                            <p:stCondLst>
                              <p:cond delay="2001"/>
                            </p:stCondLst>
                            <p:childTnLst>
                              <p:par>
                                <p:cTn id="92" presetID="10" presetClass="entr" presetSubtype="0" fill="hold" nodeType="afterEffect">
                                  <p:stCondLst>
                                    <p:cond delay="0"/>
                                  </p:stCondLst>
                                  <p:childTnLst>
                                    <p:set>
                                      <p:cBhvr>
                                        <p:cTn id="93" dur="1" fill="hold">
                                          <p:stCondLst>
                                            <p:cond delay="0"/>
                                          </p:stCondLst>
                                        </p:cTn>
                                        <p:tgtEl>
                                          <p:spTgt spid="384"/>
                                        </p:tgtEl>
                                        <p:attrNameLst>
                                          <p:attrName>style.visibility</p:attrName>
                                        </p:attrNameLst>
                                      </p:cBhvr>
                                      <p:to>
                                        <p:strVal val="visible"/>
                                      </p:to>
                                    </p:set>
                                    <p:animEffect transition="in" filter="fade">
                                      <p:cBhvr>
                                        <p:cTn id="94" dur="1000"/>
                                        <p:tgtEl>
                                          <p:spTgt spid="3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980</Words>
  <Application>Microsoft Office PowerPoint</Application>
  <PresentationFormat>Personalizado</PresentationFormat>
  <Paragraphs>142</Paragraphs>
  <Slides>11</Slides>
  <Notes>11</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11</vt:i4>
      </vt:variant>
    </vt:vector>
  </HeadingPairs>
  <TitlesOfParts>
    <vt:vector size="19" baseType="lpstr">
      <vt:lpstr>Calibri</vt:lpstr>
      <vt:lpstr>Arial</vt:lpstr>
      <vt:lpstr>Noto Sans Symbols</vt:lpstr>
      <vt:lpstr>Century Gothic</vt:lpstr>
      <vt:lpstr>Courier New</vt:lpstr>
      <vt:lpstr>Times New Roman</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Noelia</dc:creator>
  <cp:lastModifiedBy>Juan Manuel Cipollone</cp:lastModifiedBy>
  <cp:revision>1</cp:revision>
  <dcterms:created xsi:type="dcterms:W3CDTF">1601-01-01T00:00:00Z</dcterms:created>
  <dcterms:modified xsi:type="dcterms:W3CDTF">2026-04-21T12:09:41Z</dcterms:modified>
</cp:coreProperties>
</file>